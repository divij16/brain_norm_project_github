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57" r:id="rId7"/>
    <p:sldId id="261" r:id="rId8"/>
    <p:sldId id="262" r:id="rId9"/>
    <p:sldId id="263" r:id="rId10"/>
    <p:sldId id="264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68" r:id="rId19"/>
    <p:sldId id="269" r:id="rId20"/>
    <p:sldId id="276" r:id="rId21"/>
    <p:sldId id="278" r:id="rId22"/>
    <p:sldId id="281" r:id="rId23"/>
    <p:sldId id="283" r:id="rId24"/>
    <p:sldId id="282" r:id="rId25"/>
    <p:sldId id="284" r:id="rId26"/>
    <p:sldId id="285" r:id="rId27"/>
    <p:sldId id="287" r:id="rId28"/>
    <p:sldId id="280" r:id="rId29"/>
    <p:sldId id="286" r:id="rId30"/>
    <p:sldId id="279" r:id="rId31"/>
    <p:sldId id="288" r:id="rId32"/>
    <p:sldId id="289" r:id="rId33"/>
    <p:sldId id="290" r:id="rId34"/>
    <p:sldId id="292" r:id="rId35"/>
    <p:sldId id="291" r:id="rId36"/>
    <p:sldId id="293" r:id="rId37"/>
    <p:sldId id="294" r:id="rId38"/>
    <p:sldId id="309" r:id="rId39"/>
    <p:sldId id="306" r:id="rId40"/>
    <p:sldId id="298" r:id="rId41"/>
    <p:sldId id="299" r:id="rId42"/>
    <p:sldId id="301" r:id="rId43"/>
    <p:sldId id="315" r:id="rId44"/>
    <p:sldId id="303" r:id="rId45"/>
    <p:sldId id="304" r:id="rId46"/>
    <p:sldId id="305" r:id="rId47"/>
    <p:sldId id="311" r:id="rId48"/>
    <p:sldId id="313" r:id="rId49"/>
    <p:sldId id="314" r:id="rId50"/>
    <p:sldId id="312" r:id="rId51"/>
    <p:sldId id="310" r:id="rId52"/>
    <p:sldId id="307" r:id="rId53"/>
    <p:sldId id="316" r:id="rId54"/>
    <p:sldId id="308" r:id="rId55"/>
    <p:sldId id="317" r:id="rId56"/>
    <p:sldId id="318" r:id="rId57"/>
    <p:sldId id="328" r:id="rId58"/>
    <p:sldId id="333" r:id="rId59"/>
    <p:sldId id="329" r:id="rId60"/>
    <p:sldId id="331" r:id="rId61"/>
    <p:sldId id="330" r:id="rId62"/>
    <p:sldId id="332" r:id="rId63"/>
    <p:sldId id="334" r:id="rId64"/>
    <p:sldId id="319" r:id="rId65"/>
    <p:sldId id="320" r:id="rId66"/>
    <p:sldId id="321" r:id="rId67"/>
    <p:sldId id="322" r:id="rId68"/>
    <p:sldId id="323" r:id="rId69"/>
    <p:sldId id="325" r:id="rId70"/>
    <p:sldId id="326" r:id="rId71"/>
    <p:sldId id="327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A5B1C-FB83-5247-AAAB-D4F8924B087C}" v="136" dt="2026-01-28T07:59:30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5"/>
    <p:restoredTop sz="94728"/>
  </p:normalViewPr>
  <p:slideViewPr>
    <p:cSldViewPr snapToGrid="0">
      <p:cViewPr varScale="1">
        <p:scale>
          <a:sx n="145" d="100"/>
          <a:sy n="145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NALGE DIVIJ RAMESH#" userId="8021325c-6c7e-446a-ba19-8eb91758435b" providerId="ADAL" clId="{1554ED44-2A94-5CC8-8CAF-F2C551F0BBF8}"/>
    <pc:docChg chg="undo custSel addSld delSld modSld sldOrd">
      <pc:chgData name="#NALGE DIVIJ RAMESH#" userId="8021325c-6c7e-446a-ba19-8eb91758435b" providerId="ADAL" clId="{1554ED44-2A94-5CC8-8CAF-F2C551F0BBF8}" dt="2026-01-28T10:00:10.458" v="1035" actId="5793"/>
      <pc:docMkLst>
        <pc:docMk/>
      </pc:docMkLst>
      <pc:sldChg chg="addSp delSp modSp mod">
        <pc:chgData name="#NALGE DIVIJ RAMESH#" userId="8021325c-6c7e-446a-ba19-8eb91758435b" providerId="ADAL" clId="{1554ED44-2A94-5CC8-8CAF-F2C551F0BBF8}" dt="2026-01-28T07:20:07.100" v="890" actId="478"/>
        <pc:sldMkLst>
          <pc:docMk/>
          <pc:sldMk cId="1122444187" sldId="317"/>
        </pc:sldMkLst>
        <pc:spChg chg="mod">
          <ac:chgData name="#NALGE DIVIJ RAMESH#" userId="8021325c-6c7e-446a-ba19-8eb91758435b" providerId="ADAL" clId="{1554ED44-2A94-5CC8-8CAF-F2C551F0BBF8}" dt="2026-01-28T07:16:25.964" v="873" actId="20577"/>
          <ac:spMkLst>
            <pc:docMk/>
            <pc:sldMk cId="1122444187" sldId="317"/>
            <ac:spMk id="3" creationId="{89CC2119-8127-B9A5-FE0D-8679AC4224EE}"/>
          </ac:spMkLst>
        </pc:spChg>
        <pc:spChg chg="add del mod">
          <ac:chgData name="#NALGE DIVIJ RAMESH#" userId="8021325c-6c7e-446a-ba19-8eb91758435b" providerId="ADAL" clId="{1554ED44-2A94-5CC8-8CAF-F2C551F0BBF8}" dt="2026-01-28T07:20:07.100" v="890" actId="478"/>
          <ac:spMkLst>
            <pc:docMk/>
            <pc:sldMk cId="1122444187" sldId="317"/>
            <ac:spMk id="4" creationId="{3C61E951-02FC-C29D-B2D4-C0AEEC7FB368}"/>
          </ac:spMkLst>
        </pc:spChg>
      </pc:sldChg>
      <pc:sldChg chg="modSp mod ord">
        <pc:chgData name="#NALGE DIVIJ RAMESH#" userId="8021325c-6c7e-446a-ba19-8eb91758435b" providerId="ADAL" clId="{1554ED44-2A94-5CC8-8CAF-F2C551F0BBF8}" dt="2026-01-28T07:15:18.530" v="872" actId="20577"/>
        <pc:sldMkLst>
          <pc:docMk/>
          <pc:sldMk cId="1358781143" sldId="319"/>
        </pc:sldMkLst>
        <pc:spChg chg="mod">
          <ac:chgData name="#NALGE DIVIJ RAMESH#" userId="8021325c-6c7e-446a-ba19-8eb91758435b" providerId="ADAL" clId="{1554ED44-2A94-5CC8-8CAF-F2C551F0BBF8}" dt="2026-01-28T07:11:48.426" v="713" actId="20577"/>
          <ac:spMkLst>
            <pc:docMk/>
            <pc:sldMk cId="1358781143" sldId="319"/>
            <ac:spMk id="2" creationId="{D447892F-A70E-7B12-307C-46D28FE54B52}"/>
          </ac:spMkLst>
        </pc:spChg>
        <pc:spChg chg="mod">
          <ac:chgData name="#NALGE DIVIJ RAMESH#" userId="8021325c-6c7e-446a-ba19-8eb91758435b" providerId="ADAL" clId="{1554ED44-2A94-5CC8-8CAF-F2C551F0BBF8}" dt="2026-01-28T07:15:18.530" v="872" actId="20577"/>
          <ac:spMkLst>
            <pc:docMk/>
            <pc:sldMk cId="1358781143" sldId="319"/>
            <ac:spMk id="3" creationId="{9BF7A3E4-B24E-A4FC-4844-5166B3738C48}"/>
          </ac:spMkLst>
        </pc:spChg>
      </pc:sldChg>
      <pc:sldChg chg="modSp new mod">
        <pc:chgData name="#NALGE DIVIJ RAMESH#" userId="8021325c-6c7e-446a-ba19-8eb91758435b" providerId="ADAL" clId="{1554ED44-2A94-5CC8-8CAF-F2C551F0BBF8}" dt="2026-01-28T07:06:30.835" v="643" actId="20577"/>
        <pc:sldMkLst>
          <pc:docMk/>
          <pc:sldMk cId="3680254748" sldId="320"/>
        </pc:sldMkLst>
        <pc:spChg chg="mod">
          <ac:chgData name="#NALGE DIVIJ RAMESH#" userId="8021325c-6c7e-446a-ba19-8eb91758435b" providerId="ADAL" clId="{1554ED44-2A94-5CC8-8CAF-F2C551F0BBF8}" dt="2026-01-28T07:06:23.311" v="640" actId="20577"/>
          <ac:spMkLst>
            <pc:docMk/>
            <pc:sldMk cId="3680254748" sldId="320"/>
            <ac:spMk id="2" creationId="{9F567E42-E939-0E46-AD34-6EBFBF5E7147}"/>
          </ac:spMkLst>
        </pc:spChg>
        <pc:spChg chg="mod">
          <ac:chgData name="#NALGE DIVIJ RAMESH#" userId="8021325c-6c7e-446a-ba19-8eb91758435b" providerId="ADAL" clId="{1554ED44-2A94-5CC8-8CAF-F2C551F0BBF8}" dt="2026-01-28T07:06:30.835" v="643" actId="20577"/>
          <ac:spMkLst>
            <pc:docMk/>
            <pc:sldMk cId="3680254748" sldId="320"/>
            <ac:spMk id="3" creationId="{3D1BD7AE-5396-E1EF-A61B-8E286B5340C4}"/>
          </ac:spMkLst>
        </pc:spChg>
      </pc:sldChg>
      <pc:sldChg chg="modSp new mod">
        <pc:chgData name="#NALGE DIVIJ RAMESH#" userId="8021325c-6c7e-446a-ba19-8eb91758435b" providerId="ADAL" clId="{1554ED44-2A94-5CC8-8CAF-F2C551F0BBF8}" dt="2026-01-28T07:07:09.207" v="647" actId="20577"/>
        <pc:sldMkLst>
          <pc:docMk/>
          <pc:sldMk cId="3480830115" sldId="321"/>
        </pc:sldMkLst>
        <pc:spChg chg="mod">
          <ac:chgData name="#NALGE DIVIJ RAMESH#" userId="8021325c-6c7e-446a-ba19-8eb91758435b" providerId="ADAL" clId="{1554ED44-2A94-5CC8-8CAF-F2C551F0BBF8}" dt="2026-01-28T07:06:56.532" v="646" actId="20577"/>
          <ac:spMkLst>
            <pc:docMk/>
            <pc:sldMk cId="3480830115" sldId="321"/>
            <ac:spMk id="2" creationId="{006E2542-4EA2-70A8-AD6C-E56C940688BA}"/>
          </ac:spMkLst>
        </pc:spChg>
        <pc:spChg chg="mod">
          <ac:chgData name="#NALGE DIVIJ RAMESH#" userId="8021325c-6c7e-446a-ba19-8eb91758435b" providerId="ADAL" clId="{1554ED44-2A94-5CC8-8CAF-F2C551F0BBF8}" dt="2026-01-28T07:07:09.207" v="647" actId="20577"/>
          <ac:spMkLst>
            <pc:docMk/>
            <pc:sldMk cId="3480830115" sldId="321"/>
            <ac:spMk id="3" creationId="{A0450A28-24EA-CC8D-ED14-D2667E4E39AF}"/>
          </ac:spMkLst>
        </pc:spChg>
      </pc:sldChg>
      <pc:sldChg chg="modSp new mod">
        <pc:chgData name="#NALGE DIVIJ RAMESH#" userId="8021325c-6c7e-446a-ba19-8eb91758435b" providerId="ADAL" clId="{1554ED44-2A94-5CC8-8CAF-F2C551F0BBF8}" dt="2026-01-28T07:07:41.124" v="654" actId="120"/>
        <pc:sldMkLst>
          <pc:docMk/>
          <pc:sldMk cId="2495342737" sldId="322"/>
        </pc:sldMkLst>
        <pc:spChg chg="mod">
          <ac:chgData name="#NALGE DIVIJ RAMESH#" userId="8021325c-6c7e-446a-ba19-8eb91758435b" providerId="ADAL" clId="{1554ED44-2A94-5CC8-8CAF-F2C551F0BBF8}" dt="2026-01-28T07:07:41.124" v="654" actId="120"/>
          <ac:spMkLst>
            <pc:docMk/>
            <pc:sldMk cId="2495342737" sldId="322"/>
            <ac:spMk id="2" creationId="{3C884AC4-4414-AD4F-5947-6D197F7EA940}"/>
          </ac:spMkLst>
        </pc:spChg>
        <pc:spChg chg="mod">
          <ac:chgData name="#NALGE DIVIJ RAMESH#" userId="8021325c-6c7e-446a-ba19-8eb91758435b" providerId="ADAL" clId="{1554ED44-2A94-5CC8-8CAF-F2C551F0BBF8}" dt="2026-01-28T07:07:28.449" v="652" actId="20577"/>
          <ac:spMkLst>
            <pc:docMk/>
            <pc:sldMk cId="2495342737" sldId="322"/>
            <ac:spMk id="3" creationId="{A48D3B90-1C90-6C5C-5521-237BCF3B03DC}"/>
          </ac:spMkLst>
        </pc:spChg>
      </pc:sldChg>
      <pc:sldChg chg="modSp new mod">
        <pc:chgData name="#NALGE DIVIJ RAMESH#" userId="8021325c-6c7e-446a-ba19-8eb91758435b" providerId="ADAL" clId="{1554ED44-2A94-5CC8-8CAF-F2C551F0BBF8}" dt="2026-01-28T07:08:23.508" v="661" actId="20577"/>
        <pc:sldMkLst>
          <pc:docMk/>
          <pc:sldMk cId="3792454497" sldId="323"/>
        </pc:sldMkLst>
        <pc:spChg chg="mod">
          <ac:chgData name="#NALGE DIVIJ RAMESH#" userId="8021325c-6c7e-446a-ba19-8eb91758435b" providerId="ADAL" clId="{1554ED44-2A94-5CC8-8CAF-F2C551F0BBF8}" dt="2026-01-28T07:07:47.709" v="657" actId="20577"/>
          <ac:spMkLst>
            <pc:docMk/>
            <pc:sldMk cId="3792454497" sldId="323"/>
            <ac:spMk id="2" creationId="{74300EE8-98B7-E358-3812-BE28723D9201}"/>
          </ac:spMkLst>
        </pc:spChg>
        <pc:spChg chg="mod">
          <ac:chgData name="#NALGE DIVIJ RAMESH#" userId="8021325c-6c7e-446a-ba19-8eb91758435b" providerId="ADAL" clId="{1554ED44-2A94-5CC8-8CAF-F2C551F0BBF8}" dt="2026-01-28T07:08:23.508" v="661" actId="20577"/>
          <ac:spMkLst>
            <pc:docMk/>
            <pc:sldMk cId="3792454497" sldId="323"/>
            <ac:spMk id="3" creationId="{A3A4E3F1-9BAC-DB47-F204-403E43E53D80}"/>
          </ac:spMkLst>
        </pc:spChg>
      </pc:sldChg>
      <pc:sldChg chg="modSp new del mod">
        <pc:chgData name="#NALGE DIVIJ RAMESH#" userId="8021325c-6c7e-446a-ba19-8eb91758435b" providerId="ADAL" clId="{1554ED44-2A94-5CC8-8CAF-F2C551F0BBF8}" dt="2026-01-28T07:08:28.991" v="662" actId="2696"/>
        <pc:sldMkLst>
          <pc:docMk/>
          <pc:sldMk cId="2993733769" sldId="324"/>
        </pc:sldMkLst>
        <pc:spChg chg="mod">
          <ac:chgData name="#NALGE DIVIJ RAMESH#" userId="8021325c-6c7e-446a-ba19-8eb91758435b" providerId="ADAL" clId="{1554ED44-2A94-5CC8-8CAF-F2C551F0BBF8}" dt="2026-01-28T07:08:20.443" v="659" actId="21"/>
          <ac:spMkLst>
            <pc:docMk/>
            <pc:sldMk cId="2993733769" sldId="324"/>
            <ac:spMk id="3" creationId="{CE9E63CC-292D-F3C9-751A-86B60F2937E4}"/>
          </ac:spMkLst>
        </pc:spChg>
      </pc:sldChg>
      <pc:sldChg chg="addSp delSp modSp new mod">
        <pc:chgData name="#NALGE DIVIJ RAMESH#" userId="8021325c-6c7e-446a-ba19-8eb91758435b" providerId="ADAL" clId="{1554ED44-2A94-5CC8-8CAF-F2C551F0BBF8}" dt="2026-01-28T07:09:01.500" v="670"/>
        <pc:sldMkLst>
          <pc:docMk/>
          <pc:sldMk cId="317420977" sldId="325"/>
        </pc:sldMkLst>
        <pc:spChg chg="mod">
          <ac:chgData name="#NALGE DIVIJ RAMESH#" userId="8021325c-6c7e-446a-ba19-8eb91758435b" providerId="ADAL" clId="{1554ED44-2A94-5CC8-8CAF-F2C551F0BBF8}" dt="2026-01-28T07:08:39.260" v="666" actId="20577"/>
          <ac:spMkLst>
            <pc:docMk/>
            <pc:sldMk cId="317420977" sldId="325"/>
            <ac:spMk id="2" creationId="{E9F4F64D-3606-92A6-C231-800321408B4D}"/>
          </ac:spMkLst>
        </pc:spChg>
        <pc:spChg chg="mod">
          <ac:chgData name="#NALGE DIVIJ RAMESH#" userId="8021325c-6c7e-446a-ba19-8eb91758435b" providerId="ADAL" clId="{1554ED44-2A94-5CC8-8CAF-F2C551F0BBF8}" dt="2026-01-28T07:08:41.791" v="668" actId="20577"/>
          <ac:spMkLst>
            <pc:docMk/>
            <pc:sldMk cId="317420977" sldId="325"/>
            <ac:spMk id="3" creationId="{7059CD49-159B-6520-44F8-B144CE9ACF70}"/>
          </ac:spMkLst>
        </pc:spChg>
        <pc:spChg chg="add del mod">
          <ac:chgData name="#NALGE DIVIJ RAMESH#" userId="8021325c-6c7e-446a-ba19-8eb91758435b" providerId="ADAL" clId="{1554ED44-2A94-5CC8-8CAF-F2C551F0BBF8}" dt="2026-01-28T07:09:01.500" v="670"/>
          <ac:spMkLst>
            <pc:docMk/>
            <pc:sldMk cId="317420977" sldId="325"/>
            <ac:spMk id="4" creationId="{9628863F-A64C-ECDB-0AF3-95EF4CB97273}"/>
          </ac:spMkLst>
        </pc:spChg>
      </pc:sldChg>
      <pc:sldChg chg="modSp new mod">
        <pc:chgData name="#NALGE DIVIJ RAMESH#" userId="8021325c-6c7e-446a-ba19-8eb91758435b" providerId="ADAL" clId="{1554ED44-2A94-5CC8-8CAF-F2C551F0BBF8}" dt="2026-01-28T07:11:19.712" v="678" actId="20577"/>
        <pc:sldMkLst>
          <pc:docMk/>
          <pc:sldMk cId="458995405" sldId="326"/>
        </pc:sldMkLst>
        <pc:spChg chg="mod">
          <ac:chgData name="#NALGE DIVIJ RAMESH#" userId="8021325c-6c7e-446a-ba19-8eb91758435b" providerId="ADAL" clId="{1554ED44-2A94-5CC8-8CAF-F2C551F0BBF8}" dt="2026-01-28T07:10:53.212" v="674" actId="20577"/>
          <ac:spMkLst>
            <pc:docMk/>
            <pc:sldMk cId="458995405" sldId="326"/>
            <ac:spMk id="2" creationId="{B426859D-A960-89D3-F401-18F8E6026BA2}"/>
          </ac:spMkLst>
        </pc:spChg>
        <pc:spChg chg="mod">
          <ac:chgData name="#NALGE DIVIJ RAMESH#" userId="8021325c-6c7e-446a-ba19-8eb91758435b" providerId="ADAL" clId="{1554ED44-2A94-5CC8-8CAF-F2C551F0BBF8}" dt="2026-01-28T07:11:19.712" v="678" actId="20577"/>
          <ac:spMkLst>
            <pc:docMk/>
            <pc:sldMk cId="458995405" sldId="326"/>
            <ac:spMk id="3" creationId="{585BD30C-3B23-E1F1-E3FB-5445498E3BD3}"/>
          </ac:spMkLst>
        </pc:spChg>
      </pc:sldChg>
      <pc:sldChg chg="addSp delSp modSp new mod">
        <pc:chgData name="#NALGE DIVIJ RAMESH#" userId="8021325c-6c7e-446a-ba19-8eb91758435b" providerId="ADAL" clId="{1554ED44-2A94-5CC8-8CAF-F2C551F0BBF8}" dt="2026-01-28T10:00:10.458" v="1035" actId="5793"/>
        <pc:sldMkLst>
          <pc:docMk/>
          <pc:sldMk cId="3108453619" sldId="327"/>
        </pc:sldMkLst>
        <pc:spChg chg="mod">
          <ac:chgData name="#NALGE DIVIJ RAMESH#" userId="8021325c-6c7e-446a-ba19-8eb91758435b" providerId="ADAL" clId="{1554ED44-2A94-5CC8-8CAF-F2C551F0BBF8}" dt="2026-01-27T18:23:47.182" v="196" actId="20577"/>
          <ac:spMkLst>
            <pc:docMk/>
            <pc:sldMk cId="3108453619" sldId="327"/>
            <ac:spMk id="2" creationId="{058EB958-7A21-09A4-29AF-C4307D0D879D}"/>
          </ac:spMkLst>
        </pc:spChg>
        <pc:spChg chg="mod">
          <ac:chgData name="#NALGE DIVIJ RAMESH#" userId="8021325c-6c7e-446a-ba19-8eb91758435b" providerId="ADAL" clId="{1554ED44-2A94-5CC8-8CAF-F2C551F0BBF8}" dt="2026-01-28T10:00:10.458" v="1035" actId="5793"/>
          <ac:spMkLst>
            <pc:docMk/>
            <pc:sldMk cId="3108453619" sldId="327"/>
            <ac:spMk id="3" creationId="{F85333A8-D158-BAFB-685C-AB1E48242911}"/>
          </ac:spMkLst>
        </pc:spChg>
        <pc:spChg chg="add">
          <ac:chgData name="#NALGE DIVIJ RAMESH#" userId="8021325c-6c7e-446a-ba19-8eb91758435b" providerId="ADAL" clId="{1554ED44-2A94-5CC8-8CAF-F2C551F0BBF8}" dt="2026-01-27T18:26:51.439" v="208"/>
          <ac:spMkLst>
            <pc:docMk/>
            <pc:sldMk cId="3108453619" sldId="327"/>
            <ac:spMk id="4" creationId="{B53A2365-768F-FAE8-0B9D-D4B45650BF9F}"/>
          </ac:spMkLst>
        </pc:spChg>
        <pc:spChg chg="add del mod">
          <ac:chgData name="#NALGE DIVIJ RAMESH#" userId="8021325c-6c7e-446a-ba19-8eb91758435b" providerId="ADAL" clId="{1554ED44-2A94-5CC8-8CAF-F2C551F0BBF8}" dt="2026-01-27T18:27:08.806" v="214"/>
          <ac:spMkLst>
            <pc:docMk/>
            <pc:sldMk cId="3108453619" sldId="327"/>
            <ac:spMk id="5" creationId="{0288C86E-4C28-E6AD-DA7B-11F7C863DA8D}"/>
          </ac:spMkLst>
        </pc:spChg>
      </pc:sldChg>
      <pc:sldChg chg="addSp delSp modSp new mod">
        <pc:chgData name="#NALGE DIVIJ RAMESH#" userId="8021325c-6c7e-446a-ba19-8eb91758435b" providerId="ADAL" clId="{1554ED44-2A94-5CC8-8CAF-F2C551F0BBF8}" dt="2026-01-28T06:16:06.381" v="319"/>
        <pc:sldMkLst>
          <pc:docMk/>
          <pc:sldMk cId="3880582047" sldId="328"/>
        </pc:sldMkLst>
        <pc:spChg chg="mod">
          <ac:chgData name="#NALGE DIVIJ RAMESH#" userId="8021325c-6c7e-446a-ba19-8eb91758435b" providerId="ADAL" clId="{1554ED44-2A94-5CC8-8CAF-F2C551F0BBF8}" dt="2026-01-28T06:13:50.138" v="284" actId="1076"/>
          <ac:spMkLst>
            <pc:docMk/>
            <pc:sldMk cId="3880582047" sldId="328"/>
            <ac:spMk id="2" creationId="{C38A0427-0F93-FB9B-0DA9-6CBFACF8B54C}"/>
          </ac:spMkLst>
        </pc:spChg>
        <pc:spChg chg="del">
          <ac:chgData name="#NALGE DIVIJ RAMESH#" userId="8021325c-6c7e-446a-ba19-8eb91758435b" providerId="ADAL" clId="{1554ED44-2A94-5CC8-8CAF-F2C551F0BBF8}" dt="2026-01-28T06:06:44.779" v="237" actId="478"/>
          <ac:spMkLst>
            <pc:docMk/>
            <pc:sldMk cId="3880582047" sldId="328"/>
            <ac:spMk id="3" creationId="{806521D1-6A8E-70B9-8A6F-7ED00F7DB8AB}"/>
          </ac:spMkLst>
        </pc:spChg>
        <pc:spChg chg="add mod">
          <ac:chgData name="#NALGE DIVIJ RAMESH#" userId="8021325c-6c7e-446a-ba19-8eb91758435b" providerId="ADAL" clId="{1554ED44-2A94-5CC8-8CAF-F2C551F0BBF8}" dt="2026-01-28T06:15:21.361" v="312" actId="113"/>
          <ac:spMkLst>
            <pc:docMk/>
            <pc:sldMk cId="3880582047" sldId="328"/>
            <ac:spMk id="4" creationId="{E3A11BBD-1443-11D1-7D13-D0F5C4B129A6}"/>
          </ac:spMkLst>
        </pc:spChg>
        <pc:spChg chg="add mod">
          <ac:chgData name="#NALGE DIVIJ RAMESH#" userId="8021325c-6c7e-446a-ba19-8eb91758435b" providerId="ADAL" clId="{1554ED44-2A94-5CC8-8CAF-F2C551F0BBF8}" dt="2026-01-28T06:15:26.712" v="314" actId="1076"/>
          <ac:spMkLst>
            <pc:docMk/>
            <pc:sldMk cId="3880582047" sldId="328"/>
            <ac:spMk id="5" creationId="{62ADA722-50AE-AD3A-AABB-2819C590995E}"/>
          </ac:spMkLst>
        </pc:spChg>
        <pc:spChg chg="add mod">
          <ac:chgData name="#NALGE DIVIJ RAMESH#" userId="8021325c-6c7e-446a-ba19-8eb91758435b" providerId="ADAL" clId="{1554ED44-2A94-5CC8-8CAF-F2C551F0BBF8}" dt="2026-01-28T06:15:30.897" v="316" actId="1076"/>
          <ac:spMkLst>
            <pc:docMk/>
            <pc:sldMk cId="3880582047" sldId="328"/>
            <ac:spMk id="6" creationId="{44AEC708-C8C8-CF6F-AB1E-DC1E2BCF90A7}"/>
          </ac:spMkLst>
        </pc:spChg>
        <pc:spChg chg="add mod">
          <ac:chgData name="#NALGE DIVIJ RAMESH#" userId="8021325c-6c7e-446a-ba19-8eb91758435b" providerId="ADAL" clId="{1554ED44-2A94-5CC8-8CAF-F2C551F0BBF8}" dt="2026-01-28T06:15:35.709" v="318" actId="1076"/>
          <ac:spMkLst>
            <pc:docMk/>
            <pc:sldMk cId="3880582047" sldId="328"/>
            <ac:spMk id="7" creationId="{8D278549-CDD7-65EE-A4D9-40C8578786DE}"/>
          </ac:spMkLst>
        </pc:spChg>
        <pc:picChg chg="add mod">
          <ac:chgData name="#NALGE DIVIJ RAMESH#" userId="8021325c-6c7e-446a-ba19-8eb91758435b" providerId="ADAL" clId="{1554ED44-2A94-5CC8-8CAF-F2C551F0BBF8}" dt="2026-01-28T06:14:20.923" v="300" actId="1076"/>
          <ac:picMkLst>
            <pc:docMk/>
            <pc:sldMk cId="3880582047" sldId="328"/>
            <ac:picMk id="2050" creationId="{B9B74B01-CABB-CFE1-78D3-E42830A240D9}"/>
          </ac:picMkLst>
        </pc:picChg>
        <pc:picChg chg="add mod">
          <ac:chgData name="#NALGE DIVIJ RAMESH#" userId="8021325c-6c7e-446a-ba19-8eb91758435b" providerId="ADAL" clId="{1554ED44-2A94-5CC8-8CAF-F2C551F0BBF8}" dt="2026-01-28T06:14:25.480" v="302" actId="14100"/>
          <ac:picMkLst>
            <pc:docMk/>
            <pc:sldMk cId="3880582047" sldId="328"/>
            <ac:picMk id="2052" creationId="{49B7FF8E-0308-D046-A3E1-D4FB3D5C7319}"/>
          </ac:picMkLst>
        </pc:picChg>
        <pc:picChg chg="add mod">
          <ac:chgData name="#NALGE DIVIJ RAMESH#" userId="8021325c-6c7e-446a-ba19-8eb91758435b" providerId="ADAL" clId="{1554ED44-2A94-5CC8-8CAF-F2C551F0BBF8}" dt="2026-01-28T06:13:30.041" v="277" actId="1076"/>
          <ac:picMkLst>
            <pc:docMk/>
            <pc:sldMk cId="3880582047" sldId="328"/>
            <ac:picMk id="2054" creationId="{4370CC86-19E5-ABB5-513C-ECC79A81A5FE}"/>
          </ac:picMkLst>
        </pc:picChg>
        <pc:picChg chg="add mod">
          <ac:chgData name="#NALGE DIVIJ RAMESH#" userId="8021325c-6c7e-446a-ba19-8eb91758435b" providerId="ADAL" clId="{1554ED44-2A94-5CC8-8CAF-F2C551F0BBF8}" dt="2026-01-28T06:13:32.405" v="278" actId="1076"/>
          <ac:picMkLst>
            <pc:docMk/>
            <pc:sldMk cId="3880582047" sldId="328"/>
            <ac:picMk id="2056" creationId="{CDB50BA8-DD4F-2D77-8F46-A5FA814B938C}"/>
          </ac:picMkLst>
        </pc:picChg>
        <pc:picChg chg="add">
          <ac:chgData name="#NALGE DIVIJ RAMESH#" userId="8021325c-6c7e-446a-ba19-8eb91758435b" providerId="ADAL" clId="{1554ED44-2A94-5CC8-8CAF-F2C551F0BBF8}" dt="2026-01-28T06:16:06.381" v="319"/>
          <ac:picMkLst>
            <pc:docMk/>
            <pc:sldMk cId="3880582047" sldId="328"/>
            <ac:picMk id="2058" creationId="{933EC6C1-7004-767F-7B2D-CC5977BD58EE}"/>
          </ac:picMkLst>
        </pc:picChg>
      </pc:sldChg>
      <pc:sldChg chg="addSp delSp modSp new mod">
        <pc:chgData name="#NALGE DIVIJ RAMESH#" userId="8021325c-6c7e-446a-ba19-8eb91758435b" providerId="ADAL" clId="{1554ED44-2A94-5CC8-8CAF-F2C551F0BBF8}" dt="2026-01-28T06:21:02.494" v="443" actId="113"/>
        <pc:sldMkLst>
          <pc:docMk/>
          <pc:sldMk cId="46394216" sldId="329"/>
        </pc:sldMkLst>
        <pc:spChg chg="del mod">
          <ac:chgData name="#NALGE DIVIJ RAMESH#" userId="8021325c-6c7e-446a-ba19-8eb91758435b" providerId="ADAL" clId="{1554ED44-2A94-5CC8-8CAF-F2C551F0BBF8}" dt="2026-01-28T06:20:38.495" v="430" actId="478"/>
          <ac:spMkLst>
            <pc:docMk/>
            <pc:sldMk cId="46394216" sldId="329"/>
            <ac:spMk id="2" creationId="{A7BEB7C7-B963-2E66-3ECA-9B93402A32CF}"/>
          </ac:spMkLst>
        </pc:spChg>
        <pc:spChg chg="del">
          <ac:chgData name="#NALGE DIVIJ RAMESH#" userId="8021325c-6c7e-446a-ba19-8eb91758435b" providerId="ADAL" clId="{1554ED44-2A94-5CC8-8CAF-F2C551F0BBF8}" dt="2026-01-28T06:16:41.037" v="374" actId="478"/>
          <ac:spMkLst>
            <pc:docMk/>
            <pc:sldMk cId="46394216" sldId="329"/>
            <ac:spMk id="3" creationId="{0540643C-5605-D4F7-81B3-811D1FAFA072}"/>
          </ac:spMkLst>
        </pc:spChg>
        <pc:spChg chg="add del mod">
          <ac:chgData name="#NALGE DIVIJ RAMESH#" userId="8021325c-6c7e-446a-ba19-8eb91758435b" providerId="ADAL" clId="{1554ED44-2A94-5CC8-8CAF-F2C551F0BBF8}" dt="2026-01-28T06:19:46.703" v="400" actId="478"/>
          <ac:spMkLst>
            <pc:docMk/>
            <pc:sldMk cId="46394216" sldId="329"/>
            <ac:spMk id="5" creationId="{3D18CC77-E7C1-82B8-9D10-9AF8DB9841CF}"/>
          </ac:spMkLst>
        </pc:spChg>
        <pc:spChg chg="add mod">
          <ac:chgData name="#NALGE DIVIJ RAMESH#" userId="8021325c-6c7e-446a-ba19-8eb91758435b" providerId="ADAL" clId="{1554ED44-2A94-5CC8-8CAF-F2C551F0BBF8}" dt="2026-01-28T06:21:00.069" v="442" actId="113"/>
          <ac:spMkLst>
            <pc:docMk/>
            <pc:sldMk cId="46394216" sldId="329"/>
            <ac:spMk id="6" creationId="{35AB96F1-6CF9-1075-83F0-EA962EB6A890}"/>
          </ac:spMkLst>
        </pc:spChg>
        <pc:spChg chg="add mod">
          <ac:chgData name="#NALGE DIVIJ RAMESH#" userId="8021325c-6c7e-446a-ba19-8eb91758435b" providerId="ADAL" clId="{1554ED44-2A94-5CC8-8CAF-F2C551F0BBF8}" dt="2026-01-28T06:21:02.494" v="443" actId="113"/>
          <ac:spMkLst>
            <pc:docMk/>
            <pc:sldMk cId="46394216" sldId="329"/>
            <ac:spMk id="7" creationId="{693C0C36-2F74-C74B-911D-7EAD51651FCC}"/>
          </ac:spMkLst>
        </pc:spChg>
        <pc:picChg chg="add mod">
          <ac:chgData name="#NALGE DIVIJ RAMESH#" userId="8021325c-6c7e-446a-ba19-8eb91758435b" providerId="ADAL" clId="{1554ED44-2A94-5CC8-8CAF-F2C551F0BBF8}" dt="2026-01-28T06:20:13.730" v="410" actId="1076"/>
          <ac:picMkLst>
            <pc:docMk/>
            <pc:sldMk cId="46394216" sldId="329"/>
            <ac:picMk id="3074" creationId="{8DD4FDE0-42FE-03CB-8345-99887BAD277C}"/>
          </ac:picMkLst>
        </pc:picChg>
        <pc:picChg chg="add mod">
          <ac:chgData name="#NALGE DIVIJ RAMESH#" userId="8021325c-6c7e-446a-ba19-8eb91758435b" providerId="ADAL" clId="{1554ED44-2A94-5CC8-8CAF-F2C551F0BBF8}" dt="2026-01-28T06:20:07.006" v="408" actId="14100"/>
          <ac:picMkLst>
            <pc:docMk/>
            <pc:sldMk cId="46394216" sldId="329"/>
            <ac:picMk id="3076" creationId="{EFB17C7B-E454-2D73-45E0-EBFC0BB7FD97}"/>
          </ac:picMkLst>
        </pc:picChg>
      </pc:sldChg>
      <pc:sldChg chg="addSp delSp modSp new mod">
        <pc:chgData name="#NALGE DIVIJ RAMESH#" userId="8021325c-6c7e-446a-ba19-8eb91758435b" providerId="ADAL" clId="{1554ED44-2A94-5CC8-8CAF-F2C551F0BBF8}" dt="2026-01-28T07:05:08.980" v="619" actId="1076"/>
        <pc:sldMkLst>
          <pc:docMk/>
          <pc:sldMk cId="3634976609" sldId="330"/>
        </pc:sldMkLst>
        <pc:spChg chg="mod">
          <ac:chgData name="#NALGE DIVIJ RAMESH#" userId="8021325c-6c7e-446a-ba19-8eb91758435b" providerId="ADAL" clId="{1554ED44-2A94-5CC8-8CAF-F2C551F0BBF8}" dt="2026-01-28T06:24:42.209" v="512" actId="20577"/>
          <ac:spMkLst>
            <pc:docMk/>
            <pc:sldMk cId="3634976609" sldId="330"/>
            <ac:spMk id="2" creationId="{2A8918ED-9946-5822-2B85-73197A836C2A}"/>
          </ac:spMkLst>
        </pc:spChg>
        <pc:spChg chg="del">
          <ac:chgData name="#NALGE DIVIJ RAMESH#" userId="8021325c-6c7e-446a-ba19-8eb91758435b" providerId="ADAL" clId="{1554ED44-2A94-5CC8-8CAF-F2C551F0BBF8}" dt="2026-01-28T06:24:27.427" v="508" actId="478"/>
          <ac:spMkLst>
            <pc:docMk/>
            <pc:sldMk cId="3634976609" sldId="330"/>
            <ac:spMk id="3" creationId="{DC1AC4A1-EE1E-BBF8-C7A3-A7E62932AA05}"/>
          </ac:spMkLst>
        </pc:spChg>
        <pc:picChg chg="add mod">
          <ac:chgData name="#NALGE DIVIJ RAMESH#" userId="8021325c-6c7e-446a-ba19-8eb91758435b" providerId="ADAL" clId="{1554ED44-2A94-5CC8-8CAF-F2C551F0BBF8}" dt="2026-01-28T07:05:08.980" v="619" actId="1076"/>
          <ac:picMkLst>
            <pc:docMk/>
            <pc:sldMk cId="3634976609" sldId="330"/>
            <ac:picMk id="4098" creationId="{ACAF2C6B-9598-3F52-5990-810C6B8FAC06}"/>
          </ac:picMkLst>
        </pc:picChg>
        <pc:picChg chg="add del mod">
          <ac:chgData name="#NALGE DIVIJ RAMESH#" userId="8021325c-6c7e-446a-ba19-8eb91758435b" providerId="ADAL" clId="{1554ED44-2A94-5CC8-8CAF-F2C551F0BBF8}" dt="2026-01-28T07:04:47.594" v="610" actId="21"/>
          <ac:picMkLst>
            <pc:docMk/>
            <pc:sldMk cId="3634976609" sldId="330"/>
            <ac:picMk id="4100" creationId="{DBD237FB-94E6-6FCE-F687-E9CD003A8466}"/>
          </ac:picMkLst>
        </pc:picChg>
      </pc:sldChg>
      <pc:sldChg chg="addSp delSp modSp new mod ord">
        <pc:chgData name="#NALGE DIVIJ RAMESH#" userId="8021325c-6c7e-446a-ba19-8eb91758435b" providerId="ADAL" clId="{1554ED44-2A94-5CC8-8CAF-F2C551F0BBF8}" dt="2026-01-28T07:04:15.757" v="600" actId="20578"/>
        <pc:sldMkLst>
          <pc:docMk/>
          <pc:sldMk cId="706799336" sldId="331"/>
        </pc:sldMkLst>
        <pc:spChg chg="add del mod">
          <ac:chgData name="#NALGE DIVIJ RAMESH#" userId="8021325c-6c7e-446a-ba19-8eb91758435b" providerId="ADAL" clId="{1554ED44-2A94-5CC8-8CAF-F2C551F0BBF8}" dt="2026-01-28T06:43:26.326" v="549" actId="20577"/>
          <ac:spMkLst>
            <pc:docMk/>
            <pc:sldMk cId="706799336" sldId="331"/>
            <ac:spMk id="2" creationId="{0C4CCD7A-29B7-53A3-E03E-0FB578DBA86D}"/>
          </ac:spMkLst>
        </pc:spChg>
        <pc:spChg chg="mod">
          <ac:chgData name="#NALGE DIVIJ RAMESH#" userId="8021325c-6c7e-446a-ba19-8eb91758435b" providerId="ADAL" clId="{1554ED44-2A94-5CC8-8CAF-F2C551F0BBF8}" dt="2026-01-28T07:03:24.680" v="597" actId="20577"/>
          <ac:spMkLst>
            <pc:docMk/>
            <pc:sldMk cId="706799336" sldId="331"/>
            <ac:spMk id="3" creationId="{4F62A822-25EF-12E1-3829-31C022AE5F40}"/>
          </ac:spMkLst>
        </pc:spChg>
      </pc:sldChg>
      <pc:sldChg chg="addSp delSp modSp new mod">
        <pc:chgData name="#NALGE DIVIJ RAMESH#" userId="8021325c-6c7e-446a-ba19-8eb91758435b" providerId="ADAL" clId="{1554ED44-2A94-5CC8-8CAF-F2C551F0BBF8}" dt="2026-01-28T07:05:18.941" v="622" actId="478"/>
        <pc:sldMkLst>
          <pc:docMk/>
          <pc:sldMk cId="1807020863" sldId="332"/>
        </pc:sldMkLst>
        <pc:spChg chg="del">
          <ac:chgData name="#NALGE DIVIJ RAMESH#" userId="8021325c-6c7e-446a-ba19-8eb91758435b" providerId="ADAL" clId="{1554ED44-2A94-5CC8-8CAF-F2C551F0BBF8}" dt="2026-01-28T07:05:18.941" v="622" actId="478"/>
          <ac:spMkLst>
            <pc:docMk/>
            <pc:sldMk cId="1807020863" sldId="332"/>
            <ac:spMk id="2" creationId="{71C7D69C-BDFF-576F-9665-15670B09E05E}"/>
          </ac:spMkLst>
        </pc:spChg>
        <pc:spChg chg="del">
          <ac:chgData name="#NALGE DIVIJ RAMESH#" userId="8021325c-6c7e-446a-ba19-8eb91758435b" providerId="ADAL" clId="{1554ED44-2A94-5CC8-8CAF-F2C551F0BBF8}" dt="2026-01-28T07:05:17.394" v="621" actId="478"/>
          <ac:spMkLst>
            <pc:docMk/>
            <pc:sldMk cId="1807020863" sldId="332"/>
            <ac:spMk id="3" creationId="{F4B1EC28-0E42-0FDA-015E-9567D442DC9C}"/>
          </ac:spMkLst>
        </pc:spChg>
        <pc:picChg chg="add mod">
          <ac:chgData name="#NALGE DIVIJ RAMESH#" userId="8021325c-6c7e-446a-ba19-8eb91758435b" providerId="ADAL" clId="{1554ED44-2A94-5CC8-8CAF-F2C551F0BBF8}" dt="2026-01-28T07:05:13.564" v="620" actId="1076"/>
          <ac:picMkLst>
            <pc:docMk/>
            <pc:sldMk cId="1807020863" sldId="332"/>
            <ac:picMk id="4" creationId="{B37F22E1-A681-1FD0-B1A4-952F80E4B610}"/>
          </ac:picMkLst>
        </pc:picChg>
      </pc:sldChg>
      <pc:sldChg chg="modSp new mod">
        <pc:chgData name="#NALGE DIVIJ RAMESH#" userId="8021325c-6c7e-446a-ba19-8eb91758435b" providerId="ADAL" clId="{1554ED44-2A94-5CC8-8CAF-F2C551F0BBF8}" dt="2026-01-28T07:23:54.136" v="946" actId="404"/>
        <pc:sldMkLst>
          <pc:docMk/>
          <pc:sldMk cId="1298242851" sldId="333"/>
        </pc:sldMkLst>
        <pc:spChg chg="mod">
          <ac:chgData name="#NALGE DIVIJ RAMESH#" userId="8021325c-6c7e-446a-ba19-8eb91758435b" providerId="ADAL" clId="{1554ED44-2A94-5CC8-8CAF-F2C551F0BBF8}" dt="2026-01-28T07:21:39.302" v="926" actId="20577"/>
          <ac:spMkLst>
            <pc:docMk/>
            <pc:sldMk cId="1298242851" sldId="333"/>
            <ac:spMk id="2" creationId="{AD794FDB-0AF6-3530-C888-0C66A0E01D37}"/>
          </ac:spMkLst>
        </pc:spChg>
        <pc:spChg chg="mod">
          <ac:chgData name="#NALGE DIVIJ RAMESH#" userId="8021325c-6c7e-446a-ba19-8eb91758435b" providerId="ADAL" clId="{1554ED44-2A94-5CC8-8CAF-F2C551F0BBF8}" dt="2026-01-28T07:23:54.136" v="946" actId="404"/>
          <ac:spMkLst>
            <pc:docMk/>
            <pc:sldMk cId="1298242851" sldId="333"/>
            <ac:spMk id="3" creationId="{86A589DF-FC04-B900-970C-40FAB0742AFB}"/>
          </ac:spMkLst>
        </pc:spChg>
      </pc:sldChg>
      <pc:sldChg chg="addSp modSp new mod">
        <pc:chgData name="#NALGE DIVIJ RAMESH#" userId="8021325c-6c7e-446a-ba19-8eb91758435b" providerId="ADAL" clId="{1554ED44-2A94-5CC8-8CAF-F2C551F0BBF8}" dt="2026-01-28T07:59:30.814" v="1010" actId="1076"/>
        <pc:sldMkLst>
          <pc:docMk/>
          <pc:sldMk cId="436267557" sldId="334"/>
        </pc:sldMkLst>
        <pc:spChg chg="mod">
          <ac:chgData name="#NALGE DIVIJ RAMESH#" userId="8021325c-6c7e-446a-ba19-8eb91758435b" providerId="ADAL" clId="{1554ED44-2A94-5CC8-8CAF-F2C551F0BBF8}" dt="2026-01-28T07:57:58.404" v="1007" actId="20577"/>
          <ac:spMkLst>
            <pc:docMk/>
            <pc:sldMk cId="436267557" sldId="334"/>
            <ac:spMk id="2" creationId="{D4308EA0-CB5E-6B63-046E-527E756A5E5D}"/>
          </ac:spMkLst>
        </pc:spChg>
        <pc:spChg chg="mod">
          <ac:chgData name="#NALGE DIVIJ RAMESH#" userId="8021325c-6c7e-446a-ba19-8eb91758435b" providerId="ADAL" clId="{1554ED44-2A94-5CC8-8CAF-F2C551F0BBF8}" dt="2026-01-28T07:57:33.069" v="1004" actId="1076"/>
          <ac:spMkLst>
            <pc:docMk/>
            <pc:sldMk cId="436267557" sldId="334"/>
            <ac:spMk id="3" creationId="{66A85479-D8F3-97B4-4C99-25091CFCAF79}"/>
          </ac:spMkLst>
        </pc:spChg>
        <pc:picChg chg="add mod">
          <ac:chgData name="#NALGE DIVIJ RAMESH#" userId="8021325c-6c7e-446a-ba19-8eb91758435b" providerId="ADAL" clId="{1554ED44-2A94-5CC8-8CAF-F2C551F0BBF8}" dt="2026-01-28T07:59:30.814" v="1010" actId="1076"/>
          <ac:picMkLst>
            <pc:docMk/>
            <pc:sldMk cId="436267557" sldId="334"/>
            <ac:picMk id="6146" creationId="{FC16F6ED-253A-E693-4AC2-134917902B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09EE-1275-17EE-1C4B-BC5316A0A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CF37B-DBC7-4F7D-1EFD-0FD0A73F4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8B161-9590-0EF6-AE78-6D959185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BAB5A-991F-9D27-A82A-CE545AF3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ECF7E-DD50-B04C-E7CA-46C83B85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1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5CDC-7913-9950-5AC9-2588CE2C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66C4-6B8E-8997-1419-E38E0450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B517A-075D-4DF5-B038-92DE4C0F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278E3-296D-9982-A082-B3CEB984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6F4AC-A579-A075-E595-6F0C6B51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6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DF9C-6919-6337-3025-FA77BE75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46579-96CB-EBD8-BFFD-FB05E8409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01101-9BF5-73DF-1C28-2B8B5C01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E94E4-B2C0-73B7-6322-19D221A1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94FCC-71D2-FFAE-E114-3106B0DE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7C4F-A21E-F9EF-823F-EA32EEA6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5D35-7FD4-8658-2180-2F83D2AA7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D31D9-E3F6-15D4-D7FD-175B988D7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5C46A-07FD-6632-4526-36BBF6EF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2ED60-B274-83CE-F86A-0D0E8D20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291D6-27AE-2BE9-FFE2-3C2C47D6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2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06A9-ADCB-A3FB-7355-00317E66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921EC-6DF8-F53A-5E03-A8D5E5F91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4BDD3-BA65-F1D3-F509-9AEC4FC1F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B2F0C-F989-B110-A1E2-C3EB14AC5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85259-D032-6E41-D18F-DB6E7FB00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A702F-B321-9C14-B2B1-B930F63B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01C4-4D2C-4E34-A24B-5020DE8E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8681F-E7B6-2C55-2FEB-C8058B8D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3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0D78-7187-1CCF-D02A-9455D1D7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177F1-2AA3-7A07-73F3-8BED5B04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AF971-DCD5-B653-C36B-73632BA4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F7506-3C1E-5A7C-553C-179AAA01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2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DDFD4-7217-66D3-C876-46FFD8CC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3B88A-8CC7-99D4-EE06-EBECE0B8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D409F-2720-B7F3-B4FE-D5384D77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6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1B61-3F71-BFAF-0BD6-9AEBC448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7B50-1976-0C31-3643-9192CA31B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15F43-101F-ACBC-CC8F-B07C72BF3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0938-AFE6-9488-E75D-75B8AE71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383DE-FDDB-29B4-3899-971D4C34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EED69-ED4A-657B-BD30-05FBC7F2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9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38AD-BC8A-DF10-EB49-D232E63A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1017F-EE06-9867-5314-F6A310AD2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725E0-F12A-EA40-640D-785AFB9F9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7C814-72FF-B1F7-1822-86EC4572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458F7-25A7-A0CA-9C0C-D2F936D0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5330D-236D-9EEA-B646-E17A4721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7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6885-9321-61BA-3D2F-BCA7752A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DC606-26B3-2E72-F7ED-FA795D2D5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8D9E4-F96E-AC22-D32D-1A476B69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FE839-106A-E32E-2BE0-29FC6065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7E0D-C887-4E2D-B7F6-489C1771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8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1E0E6-4A9D-F80F-1B6A-D5E1BD982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3AE14-D1A6-FC4D-F3BC-6C95A7B84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6B29-885E-A27C-C8E6-9D795B51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A3E30-6494-813F-7986-A9E4669F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4E4BF-3B72-44CF-672E-FA55F527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6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A4D8B-754F-1D29-ED0A-5415F4C1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44342-A5FB-0D61-8CA0-3A4BE31BF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2C24-BE2B-D72F-E217-14F2B3308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446DA-7ECC-FA48-89F6-6C4C4C19C34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8AA8-912C-9823-C5AD-27F88FE10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0A40-BEF2-1CD3-35CC-88927C44B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DAB1D-F988-BB4C-B73F-08ABB327F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7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88F2-EC5E-64B7-B558-E3CC0FA99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Brain Norm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1B88-71CC-10FB-91AB-A42439279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7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E85B-57CD-AB88-DAF7-165FF463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7F4D-20B1-2CAC-D183-35620D66B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9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A712-7281-1E1B-39AD-D717EEE2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3BE4F-B758-9BB6-2490-33C94F51A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711E3A-DE65-C8B8-FA5A-85901C255CA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681037"/>
            <a:ext cx="7772400" cy="48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F7C8-41E3-3FD0-5C97-D158F1E2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BD3AA-0BCD-5F35-3BEF-8E7CF6987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EC64BD-A028-6CC2-9531-CAADE94DAB0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927501"/>
            <a:ext cx="7772400" cy="48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19A1-0F1B-83EF-679F-3B284F8B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70AB5-CBBC-E5B6-67BA-37410F0D8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025C1D-4445-EF91-73A6-C8EFFE5949D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312" y="365125"/>
            <a:ext cx="7772400" cy="48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FB06-B65F-45AC-2DBE-D692189E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FF143C0-21FB-59ED-9ACA-04912A9484D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47950" y="2878875"/>
            <a:ext cx="6896100" cy="273050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D79AB71-FF11-FB34-18D7-2A2A01EB9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4348-B9F0-8F81-853C-C6376510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061E-A6B6-5F37-2254-637AE15E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DADDA4-0866-E2D8-A851-7C8A11DBD19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1974103"/>
            <a:ext cx="10515600" cy="326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DFDFB-7529-F150-7DBF-C484F589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669554-A45B-76B4-F67B-412E4992C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38200" y="2366814"/>
            <a:ext cx="10515600" cy="3268960"/>
          </a:xfrm>
        </p:spPr>
      </p:pic>
    </p:spTree>
    <p:extLst>
      <p:ext uri="{BB962C8B-B14F-4D97-AF65-F5344CB8AC3E}">
        <p14:creationId xmlns:p14="http://schemas.microsoft.com/office/powerpoint/2010/main" val="1167474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1099-AF11-CA35-A01B-50D8BC86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CA4AE9-CEF1-0755-1AF5-AB6E3B257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38200" y="2366814"/>
            <a:ext cx="10515600" cy="3268960"/>
          </a:xfrm>
        </p:spPr>
      </p:pic>
    </p:spTree>
    <p:extLst>
      <p:ext uri="{BB962C8B-B14F-4D97-AF65-F5344CB8AC3E}">
        <p14:creationId xmlns:p14="http://schemas.microsoft.com/office/powerpoint/2010/main" val="190689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015A-0B7B-5662-627E-F319798C6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A9AE27-EBC6-08E8-BDCE-FA2405BC4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1308706" y="1825625"/>
            <a:ext cx="9574588" cy="4351338"/>
          </a:xfrm>
        </p:spPr>
      </p:pic>
    </p:spTree>
    <p:extLst>
      <p:ext uri="{BB962C8B-B14F-4D97-AF65-F5344CB8AC3E}">
        <p14:creationId xmlns:p14="http://schemas.microsoft.com/office/powerpoint/2010/main" val="218796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5888-F9F1-69D0-613F-BDB7EB1F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&amp;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2274F-F005-2FC3-6F4A-08C3DE6A2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Homer3 preprocessed .</a:t>
            </a:r>
            <a:r>
              <a:rPr lang="en-US" dirty="0" err="1"/>
              <a:t>snirf</a:t>
            </a:r>
            <a:r>
              <a:rPr lang="en-US" dirty="0"/>
              <a:t> file to MNE compatible .</a:t>
            </a:r>
            <a:r>
              <a:rPr lang="en-US" dirty="0" err="1"/>
              <a:t>snirf</a:t>
            </a:r>
            <a:r>
              <a:rPr lang="en-US" dirty="0"/>
              <a:t>.</a:t>
            </a:r>
          </a:p>
          <a:p>
            <a:r>
              <a:rPr lang="en-US" dirty="0"/>
              <a:t>Run a GLM from Homer3</a:t>
            </a:r>
          </a:p>
          <a:p>
            <a:r>
              <a:rPr lang="en-US" dirty="0"/>
              <a:t>Check what is going wrong with the modified pruning files.</a:t>
            </a:r>
          </a:p>
          <a:p>
            <a:r>
              <a:rPr lang="en-US" dirty="0"/>
              <a:t>Try to validate .</a:t>
            </a:r>
            <a:r>
              <a:rPr lang="en-US" dirty="0" err="1"/>
              <a:t>snirf</a:t>
            </a:r>
            <a:r>
              <a:rPr lang="en-US" dirty="0"/>
              <a:t> files without processing it through Homer3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09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7C7A-9EE4-8BEC-6F29-BFC85C6F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027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 Homer3 preprocessed .</a:t>
            </a:r>
            <a:r>
              <a:rPr lang="en-US" dirty="0" err="1"/>
              <a:t>snirf</a:t>
            </a:r>
            <a:r>
              <a:rPr lang="en-US" dirty="0"/>
              <a:t> file to MNE compatible .</a:t>
            </a:r>
            <a:r>
              <a:rPr lang="en-US" dirty="0" err="1"/>
              <a:t>snirf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8420-52A9-29F9-5213-5C773221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93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SNIRF files </a:t>
            </a:r>
            <a:r>
              <a:rPr lang="en-SG" b="1" dirty="0"/>
              <a:t>exported from Homer3 are </a:t>
            </a:r>
            <a:r>
              <a:rPr lang="en-SG" b="1" i="1" dirty="0"/>
              <a:t>partially</a:t>
            </a:r>
            <a:r>
              <a:rPr lang="en-SG" b="1" dirty="0"/>
              <a:t> compatible</a:t>
            </a:r>
            <a:r>
              <a:rPr lang="en-SG" dirty="0"/>
              <a:t> with MNE, but not </a:t>
            </a:r>
            <a:r>
              <a:rPr lang="en-SG" b="1" dirty="0"/>
              <a:t>fully compliant</a:t>
            </a:r>
            <a:r>
              <a:rPr lang="en-SG" dirty="0"/>
              <a:t> with the strict SNIRF standard that MNE expects.</a:t>
            </a:r>
          </a:p>
          <a:p>
            <a:pPr marL="0" indent="0">
              <a:buNone/>
            </a:pPr>
            <a:r>
              <a:rPr lang="en-SG" dirty="0"/>
              <a:t>You can load them in MNE </a:t>
            </a:r>
            <a:r>
              <a:rPr lang="en-SG" b="1" dirty="0"/>
              <a:t>after cleaning or patching</a:t>
            </a:r>
            <a:r>
              <a:rPr lang="en-SG" dirty="0"/>
              <a:t> the file but </a:t>
            </a:r>
            <a:r>
              <a:rPr lang="en-SG" b="1" dirty="0"/>
              <a:t>not directly</a:t>
            </a:r>
            <a:r>
              <a:rPr lang="en-SG" dirty="0"/>
              <a:t> — because of metadata and label mismatches.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0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26B2-B315-B34C-3518-6EA12C84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F24CCCE-E405-0D30-C3B0-40A15F0CB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415165"/>
              </p:ext>
            </p:extLst>
          </p:nvPr>
        </p:nvGraphicFramePr>
        <p:xfrm>
          <a:off x="838200" y="1825625"/>
          <a:ext cx="10515597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845740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520741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7305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Homer3 Export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What MNE Expects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86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0" dirty="0" err="1"/>
                        <a:t>TimeUnit</a:t>
                      </a:r>
                      <a:endParaRPr lang="en-SG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Often missing or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Must be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"s"</a:t>
                      </a:r>
                      <a:r>
                        <a:rPr lang="en-SG" dirty="0"/>
                        <a:t> (seconds)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71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Channel Type Labels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Can be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hrf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hbo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,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hbt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,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hrf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hbr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 etc.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Must be exactly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hbo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,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hbr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,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fnirs_od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SG" dirty="0"/>
                        <a:t>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568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Probe Labels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May include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en-SG" dirty="0"/>
                        <a:t>, empty strings, or duplicated names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Must be valid UTF-8 strings, all unique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71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Stimulus 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Sometimes unnamed or duplicated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Must have a non-empty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"name"</a:t>
                      </a:r>
                      <a:r>
                        <a:rPr lang="en-SG" dirty="0"/>
                        <a:t> field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856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95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7DF2E7-258C-EE25-AA08-285046AE437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2406" y="2525177"/>
            <a:ext cx="11967187" cy="27550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651D4F-B18D-92DA-5263-06465F2E2914}"/>
              </a:ext>
            </a:extLst>
          </p:cNvPr>
          <p:cNvSpPr txBox="1"/>
          <p:nvPr/>
        </p:nvSpPr>
        <p:spPr>
          <a:xfrm>
            <a:off x="1624853" y="918446"/>
            <a:ext cx="89422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The demo dataset is downloaded directly from the official MNE-Python dataset server passes the validation.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885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D40C9C-C9DF-0F6F-3501-4AB56A1B88CB}"/>
              </a:ext>
            </a:extLst>
          </p:cNvPr>
          <p:cNvSpPr txBox="1"/>
          <p:nvPr/>
        </p:nvSpPr>
        <p:spPr>
          <a:xfrm>
            <a:off x="956703" y="4308013"/>
            <a:ext cx="107397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Your Homer3-exported .</a:t>
            </a:r>
            <a:r>
              <a:rPr lang="en-SG" sz="2800" dirty="0" err="1"/>
              <a:t>snirf</a:t>
            </a:r>
            <a:r>
              <a:rPr lang="en-SG" sz="2800" dirty="0"/>
              <a:t> file exists and loads, but it </a:t>
            </a:r>
            <a:r>
              <a:rPr lang="en-SG" sz="2800" b="1" dirty="0"/>
              <a:t>fails SNIRF  validation</a:t>
            </a:r>
            <a:r>
              <a:rPr lang="en-SG" sz="2800" dirty="0"/>
              <a:t> according to pysnirf2.validateSnirf().</a:t>
            </a:r>
            <a:endParaRPr lang="en-US" sz="2800" dirty="0"/>
          </a:p>
        </p:txBody>
      </p:sp>
      <p:pic>
        <p:nvPicPr>
          <p:cNvPr id="6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B739DE-17F1-9080-775F-1A8BE37EB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495579" y="1016237"/>
            <a:ext cx="11200841" cy="2578610"/>
          </a:xfrm>
        </p:spPr>
      </p:pic>
    </p:spTree>
    <p:extLst>
      <p:ext uri="{BB962C8B-B14F-4D97-AF65-F5344CB8AC3E}">
        <p14:creationId xmlns:p14="http://schemas.microsoft.com/office/powerpoint/2010/main" val="7247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1422-2998-582B-12D3-91A39CEA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a MNE compatible .</a:t>
            </a:r>
            <a:r>
              <a:rPr lang="en-US" dirty="0" err="1"/>
              <a:t>snirf</a:t>
            </a:r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28B7BF-BC7F-C471-C1D8-5C13875D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1050300" y="1928252"/>
            <a:ext cx="5045700" cy="4351338"/>
          </a:xfrm>
        </p:spPr>
      </p:pic>
    </p:spTree>
    <p:extLst>
      <p:ext uri="{BB962C8B-B14F-4D97-AF65-F5344CB8AC3E}">
        <p14:creationId xmlns:p14="http://schemas.microsoft.com/office/powerpoint/2010/main" val="424711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17D2-05EF-1677-1C56-04966075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6710F8D-BCD4-A195-9EBA-17DE1A877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273717" y="1765872"/>
            <a:ext cx="11644566" cy="3819140"/>
          </a:xfrm>
        </p:spPr>
      </p:pic>
    </p:spTree>
    <p:extLst>
      <p:ext uri="{BB962C8B-B14F-4D97-AF65-F5344CB8AC3E}">
        <p14:creationId xmlns:p14="http://schemas.microsoft.com/office/powerpoint/2010/main" val="2301612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D423E-3884-09B5-0E7C-232DBB4D53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32495" y="510989"/>
            <a:ext cx="6543952" cy="56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5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5A99-0B31-8120-DC98-67BE6330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151A-1535-2008-097E-CE9A5108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Export the .</a:t>
            </a:r>
            <a:r>
              <a:rPr lang="en-US" dirty="0" err="1"/>
              <a:t>snirf</a:t>
            </a:r>
            <a:r>
              <a:rPr lang="en-US" dirty="0"/>
              <a:t> file without </a:t>
            </a:r>
            <a:r>
              <a:rPr lang="en-US" dirty="0" err="1"/>
              <a:t>block_avg</a:t>
            </a:r>
            <a:r>
              <a:rPr lang="en-US" dirty="0"/>
              <a:t> </a:t>
            </a:r>
          </a:p>
          <a:p>
            <a:r>
              <a:rPr lang="en-US" dirty="0"/>
              <a:t>Run Homer3 without </a:t>
            </a:r>
            <a:r>
              <a:rPr lang="en-US" dirty="0" err="1"/>
              <a:t>gui</a:t>
            </a:r>
            <a:r>
              <a:rPr lang="en-US" dirty="0"/>
              <a:t> to avoid export bug</a:t>
            </a:r>
          </a:p>
          <a:p>
            <a:r>
              <a:rPr lang="en-US" dirty="0"/>
              <a:t>Remove </a:t>
            </a:r>
            <a:r>
              <a:rPr lang="en-US" dirty="0" err="1"/>
              <a:t>HbT</a:t>
            </a:r>
            <a:r>
              <a:rPr lang="en-US" dirty="0"/>
              <a:t> channel (not recognized by MNE)</a:t>
            </a:r>
          </a:p>
          <a:p>
            <a:r>
              <a:rPr lang="en-US" dirty="0"/>
              <a:t>Fix metadata </a:t>
            </a:r>
          </a:p>
          <a:p>
            <a:r>
              <a:rPr lang="en-US" dirty="0"/>
              <a:t>Validate </a:t>
            </a:r>
            <a:r>
              <a:rPr lang="en-US" dirty="0" err="1"/>
              <a:t>snirf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70357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F67D-4107-F366-29AB-F13537FD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file and check file loading in MNE</a:t>
            </a:r>
          </a:p>
        </p:txBody>
      </p:sp>
      <p:pic>
        <p:nvPicPr>
          <p:cNvPr id="5" name="Content Placeholder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2E84E6BD-36A0-E2BF-1349-D6A181E46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591671" y="2014964"/>
            <a:ext cx="10515600" cy="2469484"/>
          </a:xfrm>
        </p:spPr>
      </p:pic>
      <p:pic>
        <p:nvPicPr>
          <p:cNvPr id="6" name="Picture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9471EF01-1C20-6C3A-85F0-437A49F8826B}"/>
              </a:ext>
            </a:extLst>
          </p:cNvPr>
          <p:cNvPicPr>
            <a:picLocks noChangeAspect="1"/>
          </p:cNvPicPr>
          <p:nvPr/>
        </p:nvPicPr>
        <p:blipFill>
          <a:blip/>
          <a:srcRect b="30345"/>
          <a:stretch>
            <a:fillRect/>
          </a:stretch>
        </p:blipFill>
        <p:spPr>
          <a:xfrm>
            <a:off x="6672159" y="3537083"/>
            <a:ext cx="4435112" cy="292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41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F9BB-CD8B-417B-E4A5-655F1973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the .</a:t>
            </a:r>
            <a:r>
              <a:rPr lang="en-US" dirty="0" err="1"/>
              <a:t>snirf</a:t>
            </a:r>
            <a:r>
              <a:rPr lang="en-US" dirty="0"/>
              <a:t> file without </a:t>
            </a:r>
            <a:r>
              <a:rPr lang="en-US" dirty="0" err="1"/>
              <a:t>block_avg</a:t>
            </a:r>
            <a:r>
              <a:rPr lang="en-US" dirty="0"/>
              <a:t>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5F8079-7A78-CC98-F254-C378FC918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699882" y="1816800"/>
            <a:ext cx="5029539" cy="4351338"/>
          </a:xfr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626E31-2273-7EFA-AD4F-4B327CC9F73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016188" y="3019346"/>
            <a:ext cx="7772400" cy="22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4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8BCB-C1DC-1285-5E54-3AE33AEA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Homer3 without </a:t>
            </a:r>
            <a:r>
              <a:rPr lang="en-US" dirty="0" err="1"/>
              <a:t>gui</a:t>
            </a:r>
            <a:r>
              <a:rPr lang="en-US" dirty="0"/>
              <a:t> to avoid export bug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431B5-8D8E-2D25-7B64-4AED9B80555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2316096"/>
            <a:ext cx="7772400" cy="29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54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0DE9CB-03D2-F571-1B4C-7F612B479D0D}"/>
              </a:ext>
            </a:extLst>
          </p:cNvPr>
          <p:cNvSpPr txBox="1"/>
          <p:nvPr/>
        </p:nvSpPr>
        <p:spPr>
          <a:xfrm>
            <a:off x="1192306" y="737444"/>
            <a:ext cx="952051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Loading SNIRF: sub-bndy_ses-tp1_task-arith_run-1_nirs_with_events.snirf</a:t>
            </a:r>
          </a:p>
          <a:p>
            <a:r>
              <a:rPr lang="en-US" dirty="0"/>
              <a:t>Running </a:t>
            </a:r>
            <a:r>
              <a:rPr lang="en-US" dirty="0" err="1"/>
              <a:t>hmrR_PruneChannels</a:t>
            </a:r>
            <a:r>
              <a:rPr lang="en-US" dirty="0"/>
              <a:t>...</a:t>
            </a:r>
          </a:p>
          <a:p>
            <a:r>
              <a:rPr lang="en-US" dirty="0" err="1"/>
              <a:t>hmrR_PruneChannels</a:t>
            </a:r>
            <a:r>
              <a:rPr lang="en-US" dirty="0"/>
              <a:t>:  excluded channels [ 1   2   3   4   7  10  11  12  16  17  26  27  28  33  37  45   1   2   3   4   7  12  16  17  26  27  28  33 ] based on </a:t>
            </a:r>
            <a:r>
              <a:rPr lang="en-US" dirty="0" err="1"/>
              <a:t>dRange</a:t>
            </a:r>
            <a:r>
              <a:rPr lang="en-US" dirty="0"/>
              <a:t>=[ 0.005         0.9 ] at wavelength 2</a:t>
            </a:r>
          </a:p>
          <a:p>
            <a:r>
              <a:rPr lang="en-US" dirty="0"/>
              <a:t>Running hmrR_Intensity2OD...</a:t>
            </a:r>
          </a:p>
          <a:p>
            <a:r>
              <a:rPr lang="en-US" dirty="0"/>
              <a:t>Running </a:t>
            </a:r>
            <a:r>
              <a:rPr lang="en-US" dirty="0" err="1"/>
              <a:t>hmrR_MotionArtifactByChannel</a:t>
            </a:r>
            <a:r>
              <a:rPr lang="en-US" dirty="0"/>
              <a:t>...</a:t>
            </a:r>
          </a:p>
          <a:p>
            <a:r>
              <a:rPr lang="en-US" dirty="0"/>
              <a:t>Running </a:t>
            </a:r>
            <a:r>
              <a:rPr lang="en-US" dirty="0" err="1"/>
              <a:t>hmrR_MotionCorrectSpline</a:t>
            </a:r>
            <a:r>
              <a:rPr lang="en-US" dirty="0"/>
              <a:t>...</a:t>
            </a:r>
          </a:p>
          <a:p>
            <a:r>
              <a:rPr lang="en-US" dirty="0"/>
              <a:t>Running </a:t>
            </a:r>
            <a:r>
              <a:rPr lang="en-US" dirty="0" err="1"/>
              <a:t>hmrR_MotionCorrectWavelet</a:t>
            </a:r>
            <a:r>
              <a:rPr lang="en-US" dirty="0"/>
              <a:t>...</a:t>
            </a:r>
          </a:p>
          <a:p>
            <a:r>
              <a:rPr lang="en-US" dirty="0"/>
              <a:t>Loading /Users/</a:t>
            </a:r>
            <a:r>
              <a:rPr lang="en-US" dirty="0" err="1"/>
              <a:t>divijnalge</a:t>
            </a:r>
            <a:r>
              <a:rPr lang="en-US" dirty="0"/>
              <a:t>/Library/</a:t>
            </a:r>
            <a:r>
              <a:rPr lang="en-US" dirty="0" err="1"/>
              <a:t>CloudStorage</a:t>
            </a:r>
            <a:r>
              <a:rPr lang="en-US" dirty="0"/>
              <a:t>/OneDrive-NanyangTechnologicalUniversity/</a:t>
            </a:r>
            <a:r>
              <a:rPr lang="en-US" dirty="0" err="1"/>
              <a:t>ntu</a:t>
            </a:r>
            <a:r>
              <a:rPr lang="en-US" dirty="0"/>
              <a:t>/Brain Norm/Homer3/Install/db2.mat</a:t>
            </a:r>
          </a:p>
          <a:p>
            <a:r>
              <a:rPr lang="en-US" dirty="0"/>
              <a:t>                                         </a:t>
            </a:r>
          </a:p>
          <a:p>
            <a:r>
              <a:rPr lang="en-US" dirty="0"/>
              <a:t>*****************************************</a:t>
            </a:r>
          </a:p>
          <a:p>
            <a:r>
              <a:rPr lang="en-US" dirty="0"/>
              <a:t>**  DWT Extension Mode: Periodization  **</a:t>
            </a:r>
          </a:p>
          <a:p>
            <a:r>
              <a:rPr lang="en-US" dirty="0"/>
              <a:t>*****************************************</a:t>
            </a:r>
          </a:p>
          <a:p>
            <a:endParaRPr lang="en-US" dirty="0"/>
          </a:p>
          <a:p>
            <a:r>
              <a:rPr lang="en-US" dirty="0"/>
              <a:t>Running </a:t>
            </a:r>
            <a:r>
              <a:rPr lang="en-US" dirty="0" err="1"/>
              <a:t>hmrR_BandpassFilt</a:t>
            </a:r>
            <a:r>
              <a:rPr lang="en-US" dirty="0"/>
              <a:t> (</a:t>
            </a:r>
            <a:r>
              <a:rPr lang="en-US" dirty="0" err="1"/>
              <a:t>hpf</a:t>
            </a:r>
            <a:r>
              <a:rPr lang="en-US" dirty="0"/>
              <a:t> = 0.010, </a:t>
            </a:r>
            <a:r>
              <a:rPr lang="en-US" dirty="0" err="1"/>
              <a:t>lpf</a:t>
            </a:r>
            <a:r>
              <a:rPr lang="en-US" dirty="0"/>
              <a:t> = 0.200)...</a:t>
            </a:r>
          </a:p>
          <a:p>
            <a:r>
              <a:rPr lang="en-US" dirty="0"/>
              <a:t>Running hmrR_OD2Conc...</a:t>
            </a:r>
          </a:p>
          <a:p>
            <a:r>
              <a:rPr lang="en-US" dirty="0"/>
              <a:t>Saving continuous </a:t>
            </a:r>
            <a:r>
              <a:rPr lang="en-US" dirty="0" err="1"/>
              <a:t>HbO</a:t>
            </a:r>
            <a:r>
              <a:rPr lang="en-US" dirty="0"/>
              <a:t>/</a:t>
            </a:r>
            <a:r>
              <a:rPr lang="en-US" dirty="0" err="1"/>
              <a:t>HbR</a:t>
            </a:r>
            <a:r>
              <a:rPr lang="en-US" dirty="0"/>
              <a:t> SNIRF:</a:t>
            </a:r>
          </a:p>
          <a:p>
            <a:r>
              <a:rPr lang="en-US" dirty="0"/>
              <a:t>  </a:t>
            </a:r>
            <a:r>
              <a:rPr lang="en-US" dirty="0" err="1"/>
              <a:t>output_preproc_hb.snirf</a:t>
            </a:r>
            <a:endParaRPr lang="en-US" dirty="0"/>
          </a:p>
          <a:p>
            <a:r>
              <a:rPr lang="en-US" dirty="0"/>
              <a:t>Done.</a:t>
            </a:r>
          </a:p>
        </p:txBody>
      </p:sp>
    </p:spTree>
    <p:extLst>
      <p:ext uri="{BB962C8B-B14F-4D97-AF65-F5344CB8AC3E}">
        <p14:creationId xmlns:p14="http://schemas.microsoft.com/office/powerpoint/2010/main" val="1233610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D9A7-A426-948B-AAF5-89D23D79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Remove </a:t>
            </a:r>
            <a:r>
              <a:rPr lang="en-US" dirty="0" err="1"/>
              <a:t>HbT</a:t>
            </a:r>
            <a:r>
              <a:rPr lang="en-US" dirty="0"/>
              <a:t> channel (not recognized by MNE)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FE7BEC3-B05B-CB19-4B7F-5A48DA6B1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rcRect b="69581"/>
          <a:stretch>
            <a:fillRect/>
          </a:stretch>
        </p:blipFill>
        <p:spPr>
          <a:xfrm>
            <a:off x="1087687" y="2389936"/>
            <a:ext cx="10016626" cy="3257829"/>
          </a:xfrm>
        </p:spPr>
      </p:pic>
    </p:spTree>
    <p:extLst>
      <p:ext uri="{BB962C8B-B14F-4D97-AF65-F5344CB8AC3E}">
        <p14:creationId xmlns:p14="http://schemas.microsoft.com/office/powerpoint/2010/main" val="2155399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19055-BF32-6221-39E0-EB6E4D2E0BB2}"/>
              </a:ext>
            </a:extLst>
          </p:cNvPr>
          <p:cNvSpPr txBox="1"/>
          <p:nvPr/>
        </p:nvSpPr>
        <p:spPr>
          <a:xfrm>
            <a:off x="443753" y="972340"/>
            <a:ext cx="113044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nirs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divijnalge@Divijs-MacBook-Pro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MNE % python homer3_to_mne_compatible.py</a:t>
            </a: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Input SNIRF: /Users/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divijnalge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/Library/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CloudStorage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/OneDrive-NanyangTechnologicalUniversity/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ntu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/Brain Norm/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Brain_Norm_Files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fNIRS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preproc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/BN_DY/ses-tp1arith/nirs-homer3/3cond/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output_preproc_hb.snirf</a:t>
            </a:r>
            <a:endParaRPr lang="en-SG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Will write:  /Users/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divijnalge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/Library/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CloudStorage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/OneDrive-NanyangTechnologicalUniversity/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ntu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/Brain Norm/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Brain_Norm_Files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fNIRS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preproc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/BN_DY/ses-tp1arith/nirs-homer3/3cond/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output_preproc_hb_mne.snirf</a:t>
            </a:r>
            <a:endParaRPr lang="en-SG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Unique 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dataTypeLabel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values BEFORE: ['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HbO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', '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HbR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', '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HbT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']</a:t>
            </a: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 channels: 138</a:t>
            </a: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Keeping 92 channels (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HbO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HbR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only)</a:t>
            </a: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Dropping 46 channels (e.g. </a:t>
            </a:r>
            <a:r>
              <a:rPr lang="en-SG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HbT</a:t>
            </a: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SG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Done.</a:t>
            </a:r>
          </a:p>
        </p:txBody>
      </p:sp>
    </p:spTree>
    <p:extLst>
      <p:ext uri="{BB962C8B-B14F-4D97-AF65-F5344CB8AC3E}">
        <p14:creationId xmlns:p14="http://schemas.microsoft.com/office/powerpoint/2010/main" val="3499045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D865-714A-5296-9F0E-01744B77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64" y="149972"/>
            <a:ext cx="10515600" cy="1325563"/>
          </a:xfrm>
        </p:spPr>
        <p:txBody>
          <a:bodyPr/>
          <a:lstStyle/>
          <a:p>
            <a:r>
              <a:rPr lang="en-US" dirty="0"/>
              <a:t>Fix metadata – Error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8AD2C-AA9C-1E12-3A8B-D47C12609020}"/>
              </a:ext>
            </a:extLst>
          </p:cNvPr>
          <p:cNvSpPr txBox="1"/>
          <p:nvPr/>
        </p:nvSpPr>
        <p:spPr>
          <a:xfrm>
            <a:off x="838200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TypeError</a:t>
            </a:r>
            <a:r>
              <a:rPr lang="en-US" dirty="0"/>
              <a:t>: iteration over a 0-d array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for </a:t>
            </a:r>
            <a:r>
              <a:rPr lang="en-US" dirty="0" err="1"/>
              <a:t>idx</a:t>
            </a:r>
            <a:r>
              <a:rPr lang="en-US" dirty="0"/>
              <a:t>, </a:t>
            </a:r>
            <a:r>
              <a:rPr lang="en-US" dirty="0" err="1"/>
              <a:t>dign</a:t>
            </a:r>
            <a:r>
              <a:rPr lang="en-US" dirty="0"/>
              <a:t> in enumerate(</a:t>
            </a:r>
            <a:r>
              <a:rPr lang="en-US" dirty="0" err="1"/>
              <a:t>digname</a:t>
            </a:r>
            <a:r>
              <a:rPr lang="en-US" dirty="0"/>
              <a:t>):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D96BBFC-BAA5-8DDE-12AC-6A885F85A19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14993" y="1475535"/>
            <a:ext cx="4933690" cy="48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34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AC0B1-CE04-017C-297E-918195EB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83" y="194796"/>
            <a:ext cx="10515600" cy="1325563"/>
          </a:xfrm>
        </p:spPr>
        <p:txBody>
          <a:bodyPr/>
          <a:lstStyle/>
          <a:p>
            <a:r>
              <a:rPr lang="en-US" dirty="0"/>
              <a:t>Fix metadata - warnings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F1254B-B71C-81E8-C73D-7C6236396A3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4205" y="1378520"/>
            <a:ext cx="9668436" cy="4517505"/>
          </a:xfrm>
          <a:prstGeom prst="rect">
            <a:avLst/>
          </a:prstGeom>
        </p:spPr>
      </p:pic>
      <p:pic>
        <p:nvPicPr>
          <p:cNvPr id="5" name="Picture 4" descr="A black and white screen&#10;&#10;AI-generated content may be incorrect.">
            <a:extLst>
              <a:ext uri="{FF2B5EF4-FFF2-40B4-BE49-F238E27FC236}">
                <a16:creationId xmlns:a16="http://schemas.microsoft.com/office/drawing/2014/main" id="{37D46015-075F-C92C-2EF7-BB6A454F920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54205" y="2359926"/>
            <a:ext cx="9668436" cy="449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52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86C9CC-5F8B-3596-52F3-DBADF749167A}"/>
              </a:ext>
            </a:extLst>
          </p:cNvPr>
          <p:cNvPicPr>
            <a:picLocks noChangeAspect="1"/>
          </p:cNvPicPr>
          <p:nvPr/>
        </p:nvPicPr>
        <p:blipFill>
          <a:blip/>
          <a:srcRect b="48823"/>
          <a:stretch>
            <a:fillRect/>
          </a:stretch>
        </p:blipFill>
        <p:spPr>
          <a:xfrm>
            <a:off x="2128775" y="655114"/>
            <a:ext cx="7110615" cy="3612086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A4520FB-47D8-EB59-2F9E-BBD1F4817C37}"/>
              </a:ext>
            </a:extLst>
          </p:cNvPr>
          <p:cNvPicPr>
            <a:picLocks noChangeAspect="1"/>
          </p:cNvPicPr>
          <p:nvPr/>
        </p:nvPicPr>
        <p:blipFill>
          <a:blip/>
          <a:srcRect l="-1297" t="81299" r="1297" b="-43212"/>
          <a:stretch>
            <a:fillRect/>
          </a:stretch>
        </p:blipFill>
        <p:spPr>
          <a:xfrm>
            <a:off x="2040377" y="4267200"/>
            <a:ext cx="7199013" cy="44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53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CD63-D40A-FD7F-1FBE-F8045254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6188-9A8E-F0FA-4363-77378715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64" y="149972"/>
            <a:ext cx="10515600" cy="1325563"/>
          </a:xfrm>
        </p:spPr>
        <p:txBody>
          <a:bodyPr/>
          <a:lstStyle/>
          <a:p>
            <a:r>
              <a:rPr lang="en-US" dirty="0"/>
              <a:t>Fix metadata – Error 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8A0F7-B545-BCAE-7E25-03F89C8F1BAD}"/>
              </a:ext>
            </a:extLst>
          </p:cNvPr>
          <p:cNvSpPr txBox="1"/>
          <p:nvPr/>
        </p:nvSpPr>
        <p:spPr>
          <a:xfrm>
            <a:off x="542364" y="2521236"/>
            <a:ext cx="49336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ValueError</a:t>
            </a:r>
            <a:r>
              <a:rPr lang="en-US" dirty="0"/>
              <a:t>: np.float64(nan) is not in list</a:t>
            </a:r>
          </a:p>
          <a:p>
            <a:r>
              <a:rPr lang="en-US" dirty="0"/>
              <a:t>  ...</a:t>
            </a:r>
          </a:p>
          <a:p>
            <a:r>
              <a:rPr lang="en-US" dirty="0"/>
              <a:t>  </a:t>
            </a:r>
            <a:r>
              <a:rPr lang="en-US" dirty="0" err="1"/>
              <a:t>wavelength_idx</a:t>
            </a:r>
            <a:r>
              <a:rPr lang="en-US" dirty="0"/>
              <a:t> = </a:t>
            </a:r>
            <a:r>
              <a:rPr lang="en-US" dirty="0" err="1"/>
              <a:t>wavelengths.index</a:t>
            </a:r>
            <a:r>
              <a:rPr lang="en-US" dirty="0"/>
              <a:t>(</a:t>
            </a:r>
            <a:r>
              <a:rPr lang="en-US" dirty="0" err="1"/>
              <a:t>raw_wavelengths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 - 1]) + 1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015929-447C-A621-7B93-8780BFED8D21}"/>
              </a:ext>
            </a:extLst>
          </p:cNvPr>
          <p:cNvPicPr>
            <a:picLocks noChangeAspect="1"/>
          </p:cNvPicPr>
          <p:nvPr/>
        </p:nvPicPr>
        <p:blipFill>
          <a:blip/>
          <a:srcRect r="15077" b="1065"/>
          <a:stretch>
            <a:fillRect/>
          </a:stretch>
        </p:blipFill>
        <p:spPr>
          <a:xfrm>
            <a:off x="5800165" y="46887"/>
            <a:ext cx="5849471" cy="67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17FB-876D-BAB2-CF69-B14E7611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56E3-EF7F-CEAA-F13E-2B65FCD23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D366FA36-D1EC-7A09-F71B-8E392F54E01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2425" y="2511790"/>
            <a:ext cx="11487149" cy="183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19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DBE18-1FF8-29A2-A8FD-41498C52B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glm</a:t>
            </a:r>
            <a:r>
              <a:rPr lang="en-US" dirty="0"/>
              <a:t> from MNE</a:t>
            </a:r>
          </a:p>
          <a:p>
            <a:r>
              <a:rPr lang="en-US" dirty="0"/>
              <a:t>Run </a:t>
            </a:r>
            <a:r>
              <a:rPr lang="en-US" dirty="0" err="1"/>
              <a:t>glm</a:t>
            </a:r>
            <a:r>
              <a:rPr lang="en-US" dirty="0"/>
              <a:t> from Homer3 without </a:t>
            </a:r>
            <a:r>
              <a:rPr lang="en-US" dirty="0" err="1"/>
              <a:t>gui</a:t>
            </a:r>
            <a:endParaRPr lang="en-US" dirty="0"/>
          </a:p>
          <a:p>
            <a:r>
              <a:rPr lang="en-US" dirty="0"/>
              <a:t>Use the customized pruning scripts to do above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5968D-C55D-DBBC-779B-1FBF29ABB1DB}"/>
              </a:ext>
            </a:extLst>
          </p:cNvPr>
          <p:cNvSpPr txBox="1"/>
          <p:nvPr/>
        </p:nvSpPr>
        <p:spPr>
          <a:xfrm>
            <a:off x="2901142" y="839585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613649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8DBC-17E9-F40A-96FA-1626CE43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GLM on MNE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3313DA-E8F0-661B-DDEF-BE20FFA8F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38200" y="2467623"/>
            <a:ext cx="10515600" cy="3067341"/>
          </a:xfrm>
        </p:spPr>
      </p:pic>
    </p:spTree>
    <p:extLst>
      <p:ext uri="{BB962C8B-B14F-4D97-AF65-F5344CB8AC3E}">
        <p14:creationId xmlns:p14="http://schemas.microsoft.com/office/powerpoint/2010/main" val="1577711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00B2-EDE4-93DF-22BB-A312928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52" y="96929"/>
            <a:ext cx="10515600" cy="584108"/>
          </a:xfrm>
        </p:spPr>
        <p:txBody>
          <a:bodyPr>
            <a:normAutofit/>
          </a:bodyPr>
          <a:lstStyle/>
          <a:p>
            <a:r>
              <a:rPr lang="en-US" sz="2400" dirty="0"/>
              <a:t>Subject – BNKG; Run 1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6FC2E33-A442-4A25-65F8-3411046493E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65" y="769710"/>
            <a:ext cx="6845720" cy="282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89871F2-BFD1-B16C-98EA-AD310ACBDC7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65" y="3785053"/>
            <a:ext cx="6845720" cy="282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357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DDC3-D209-5B52-5734-68EEC414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6B87-474D-09CC-AC9A-795FF947C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EA07AE-1B7A-021B-AA2C-54E9AFCD3DD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85975" y="1027906"/>
            <a:ext cx="7772400" cy="394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53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53607B-7828-7D70-19EC-FCE2553A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Running GLM on Homer3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DF258D-F93A-C245-E459-3A1EBA2C5E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09800" y="1569902"/>
            <a:ext cx="7772400" cy="46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27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0A2C-114E-1354-AB4E-3E9394D2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5CD4E-4D66-1701-CDFD-DDDA174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0BA591-4413-E235-DFFB-8633FEDC59E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65400" y="565150"/>
            <a:ext cx="70612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73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D91B-5AFB-1343-CDFE-095BD1E2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 to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2E53-5C34-46BD-730E-AAF3A47D7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 level </a:t>
            </a:r>
            <a:r>
              <a:rPr lang="en-US" dirty="0" err="1"/>
              <a:t>glm</a:t>
            </a:r>
            <a:r>
              <a:rPr lang="en-US" dirty="0"/>
              <a:t> using Homer3 (no </a:t>
            </a:r>
            <a:r>
              <a:rPr lang="en-US" dirty="0" err="1"/>
              <a:t>gui</a:t>
            </a:r>
            <a:r>
              <a:rPr lang="en-US" dirty="0"/>
              <a:t>)</a:t>
            </a:r>
          </a:p>
          <a:p>
            <a:r>
              <a:rPr lang="en-US" dirty="0"/>
              <a:t>Session level </a:t>
            </a:r>
            <a:r>
              <a:rPr lang="en-US" dirty="0" err="1"/>
              <a:t>glm</a:t>
            </a:r>
            <a:r>
              <a:rPr lang="en-US" dirty="0"/>
              <a:t> using MNE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27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260A-04F9-535A-2A9A-74C784B4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MATLAB (Homer3) 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4090-6F91-3A60-C760-BE892CB1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b="1" dirty="0"/>
              <a:t>Input:</a:t>
            </a:r>
            <a:r>
              <a:rPr lang="en-SG" dirty="0"/>
              <a:t> multiple run SNIRFs</a:t>
            </a:r>
          </a:p>
          <a:p>
            <a:r>
              <a:rPr lang="en-SG" b="1" dirty="0"/>
              <a:t>Preproc:</a:t>
            </a:r>
            <a:r>
              <a:rPr lang="en-SG" dirty="0"/>
              <a:t> prune → OD → motion </a:t>
            </a:r>
            <a:r>
              <a:rPr lang="en-SG" dirty="0" err="1"/>
              <a:t>corr</a:t>
            </a:r>
            <a:r>
              <a:rPr lang="en-SG" dirty="0"/>
              <a:t> (</a:t>
            </a:r>
            <a:r>
              <a:rPr lang="en-SG" dirty="0" err="1"/>
              <a:t>spline+wavelet</a:t>
            </a:r>
            <a:r>
              <a:rPr lang="en-SG" dirty="0"/>
              <a:t>) → bandpass → Hb</a:t>
            </a:r>
          </a:p>
          <a:p>
            <a:r>
              <a:rPr lang="en-SG" b="1" dirty="0"/>
              <a:t>Run-level GLM:</a:t>
            </a:r>
            <a:r>
              <a:rPr lang="en-SG" dirty="0"/>
              <a:t> </a:t>
            </a:r>
            <a:r>
              <a:rPr lang="en-SG" dirty="0" err="1"/>
              <a:t>hmrR_GLM</a:t>
            </a:r>
            <a:r>
              <a:rPr lang="en-SG" dirty="0"/>
              <a:t> per run (sanity outputs)</a:t>
            </a:r>
          </a:p>
          <a:p>
            <a:r>
              <a:rPr lang="en-SG" b="1" dirty="0"/>
              <a:t>Subject/session GLM:</a:t>
            </a:r>
            <a:r>
              <a:rPr lang="en-SG" dirty="0"/>
              <a:t> </a:t>
            </a:r>
            <a:r>
              <a:rPr lang="en-SG" dirty="0" err="1"/>
              <a:t>hmrS_GLM</a:t>
            </a:r>
            <a:endParaRPr lang="en-SG" dirty="0"/>
          </a:p>
          <a:p>
            <a:pPr lvl="1"/>
            <a:r>
              <a:rPr lang="en-SG" dirty="0"/>
              <a:t>Concatenates time series and stims internally</a:t>
            </a:r>
          </a:p>
          <a:p>
            <a:pPr lvl="1"/>
            <a:r>
              <a:rPr lang="en-SG" dirty="0"/>
              <a:t>Builds a </a:t>
            </a:r>
            <a:r>
              <a:rPr lang="en-SG" i="1" dirty="0"/>
              <a:t>base</a:t>
            </a:r>
            <a:r>
              <a:rPr lang="en-SG" dirty="0"/>
              <a:t> design matrix A</a:t>
            </a:r>
          </a:p>
          <a:p>
            <a:pPr lvl="1"/>
            <a:r>
              <a:rPr lang="en-SG" dirty="0"/>
              <a:t>Adds </a:t>
            </a:r>
            <a:r>
              <a:rPr lang="en-SG" b="1" dirty="0"/>
              <a:t>short-</a:t>
            </a:r>
            <a:r>
              <a:rPr lang="en-SG" b="1" dirty="0" err="1"/>
              <a:t>sep</a:t>
            </a:r>
            <a:r>
              <a:rPr lang="en-SG" b="1" dirty="0"/>
              <a:t> regressor</a:t>
            </a:r>
            <a:r>
              <a:rPr lang="en-SG" dirty="0"/>
              <a:t> depending on method</a:t>
            </a:r>
          </a:p>
          <a:p>
            <a:pPr lvl="1"/>
            <a:r>
              <a:rPr lang="en-SG" dirty="0"/>
              <a:t>Then does your </a:t>
            </a:r>
            <a:r>
              <a:rPr lang="en-SG" b="1" dirty="0"/>
              <a:t>per-run expansion</a:t>
            </a:r>
            <a:r>
              <a:rPr lang="en-SG" dirty="0"/>
              <a:t> of nuisance columns (drift/aux/short-</a:t>
            </a:r>
            <a:r>
              <a:rPr lang="en-SG" dirty="0" err="1"/>
              <a:t>sep</a:t>
            </a:r>
            <a:r>
              <a:rPr lang="en-SG" dirty="0"/>
              <a:t>) to mimic “run-specific nuisance”</a:t>
            </a:r>
          </a:p>
          <a:p>
            <a:r>
              <a:rPr lang="en-SG" b="1" dirty="0"/>
              <a:t>Export:</a:t>
            </a:r>
            <a:r>
              <a:rPr lang="en-SG" dirty="0"/>
              <a:t> one CSV per (</a:t>
            </a:r>
            <a:r>
              <a:rPr lang="en-SG" dirty="0" err="1"/>
              <a:t>ses</a:t>
            </a:r>
            <a:r>
              <a:rPr lang="en-SG" dirty="0"/>
              <a:t>, task) group + plots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31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4ED6-6015-EE5C-7A56-969E6F58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D0DD-3B4B-0958-5FE4-E85C9050A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*** Running subject/session-level GLM (</a:t>
            </a:r>
            <a:r>
              <a:rPr lang="en-US" dirty="0" err="1"/>
              <a:t>hmrS_GLM</a:t>
            </a:r>
            <a:r>
              <a:rPr lang="en-US" dirty="0"/>
              <a:t>) for group: ses-tp1__task-arith ***</a:t>
            </a:r>
          </a:p>
          <a:p>
            <a:pPr marL="0" indent="0">
              <a:buNone/>
            </a:pPr>
            <a:r>
              <a:rPr lang="en-US" dirty="0"/>
              <a:t>Index exceeds the number of array elements. Index must not exceed 46.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Error in </a:t>
            </a:r>
            <a:r>
              <a:rPr lang="en-US" dirty="0" err="1"/>
              <a:t>hmrS_GLM</a:t>
            </a:r>
            <a:r>
              <a:rPr lang="en-US" dirty="0"/>
              <a:t> (line 260)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lstSS</a:t>
            </a:r>
            <a:r>
              <a:rPr lang="en-US" dirty="0"/>
              <a:t> = </a:t>
            </a:r>
            <a:r>
              <a:rPr lang="en-US" dirty="0" err="1"/>
              <a:t>lst</a:t>
            </a:r>
            <a:r>
              <a:rPr lang="en-US" dirty="0"/>
              <a:t>(find(</a:t>
            </a:r>
            <a:r>
              <a:rPr lang="en-US" dirty="0" err="1"/>
              <a:t>rhoSD</a:t>
            </a:r>
            <a:r>
              <a:rPr lang="en-US" dirty="0"/>
              <a:t>&lt;=</a:t>
            </a:r>
            <a:r>
              <a:rPr lang="en-US" dirty="0" err="1"/>
              <a:t>rhoSD_ssThresh</a:t>
            </a:r>
            <a:r>
              <a:rPr lang="en-US" dirty="0"/>
              <a:t> &amp; </a:t>
            </a:r>
            <a:r>
              <a:rPr lang="en-US" dirty="0" err="1"/>
              <a:t>mlAct</a:t>
            </a:r>
            <a:r>
              <a:rPr lang="en-US" dirty="0"/>
              <a:t>(</a:t>
            </a:r>
            <a:r>
              <a:rPr lang="en-US" dirty="0" err="1"/>
              <a:t>lst</a:t>
            </a:r>
            <a:r>
              <a:rPr lang="en-US" dirty="0"/>
              <a:t>)==1));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Error in homer3_without_gui_subject_glm (line 225)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hmrS_GLM</a:t>
            </a:r>
            <a:r>
              <a:rPr lang="en-US" dirty="0"/>
              <a:t>(</a:t>
            </a:r>
            <a:r>
              <a:rPr lang="en-US" dirty="0" err="1"/>
              <a:t>dcRuns</a:t>
            </a:r>
            <a:r>
              <a:rPr lang="en-US" dirty="0"/>
              <a:t>, </a:t>
            </a:r>
            <a:r>
              <a:rPr lang="en-US" dirty="0" err="1"/>
              <a:t>stimRuns</a:t>
            </a:r>
            <a:r>
              <a:rPr lang="en-US" dirty="0"/>
              <a:t>, </a:t>
            </a:r>
            <a:r>
              <a:rPr lang="en-US" dirty="0" err="1"/>
              <a:t>probe_first</a:t>
            </a:r>
            <a:r>
              <a:rPr lang="en-US" dirty="0"/>
              <a:t>, </a:t>
            </a:r>
            <a:r>
              <a:rPr lang="en-US" dirty="0" err="1"/>
              <a:t>mlActRuns</a:t>
            </a:r>
            <a:r>
              <a:rPr lang="en-US" dirty="0"/>
              <a:t>, </a:t>
            </a:r>
            <a:r>
              <a:rPr lang="en-US" dirty="0" err="1"/>
              <a:t>AauxRuns</a:t>
            </a:r>
            <a:r>
              <a:rPr lang="en-US" dirty="0"/>
              <a:t>, </a:t>
            </a:r>
            <a:r>
              <a:rPr lang="en-US" dirty="0" err="1"/>
              <a:t>tIncAutoRuns</a:t>
            </a:r>
            <a:r>
              <a:rPr lang="en-US" dirty="0"/>
              <a:t>, </a:t>
            </a:r>
            <a:r>
              <a:rPr lang="en-US" dirty="0" err="1"/>
              <a:t>rcMapRuns</a:t>
            </a:r>
            <a:r>
              <a:rPr lang="en-US" dirty="0"/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153563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6B88-4D89-9004-9113-51ABA7BA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8" y="301841"/>
            <a:ext cx="10515600" cy="1775535"/>
          </a:xfrm>
        </p:spPr>
        <p:txBody>
          <a:bodyPr>
            <a:noAutofit/>
          </a:bodyPr>
          <a:lstStyle/>
          <a:p>
            <a:r>
              <a:rPr lang="en-US" sz="2800" b="1" dirty="0" err="1"/>
              <a:t>mlActAuto</a:t>
            </a:r>
            <a:r>
              <a:rPr lang="en-US" sz="2800" b="1" dirty="0"/>
              <a:t> = </a:t>
            </a:r>
            <a:r>
              <a:rPr lang="en-US" sz="2800" b="1" dirty="0" err="1"/>
              <a:t>hmrR_PruneChannels</a:t>
            </a:r>
            <a:r>
              <a:rPr lang="en-US" sz="2800" b="1" dirty="0"/>
              <a:t>(data, probe, </a:t>
            </a:r>
            <a:r>
              <a:rPr lang="en-US" sz="2800" b="1" dirty="0" err="1"/>
              <a:t>mlActMan</a:t>
            </a:r>
            <a:r>
              <a:rPr lang="en-US" sz="2800" b="1" dirty="0"/>
              <a:t>, </a:t>
            </a:r>
            <a:r>
              <a:rPr lang="en-US" sz="2800" b="1" dirty="0" err="1"/>
              <a:t>tIncMan</a:t>
            </a:r>
            <a:r>
              <a:rPr lang="en-US" sz="2800" b="1" dirty="0"/>
              <a:t>, </a:t>
            </a:r>
            <a:r>
              <a:rPr lang="en-US" sz="2800" b="1" dirty="0" err="1"/>
              <a:t>dRange</a:t>
            </a:r>
            <a:r>
              <a:rPr lang="en-US" sz="2800" b="1" dirty="0"/>
              <a:t>, </a:t>
            </a:r>
            <a:r>
              <a:rPr lang="en-US" sz="2800" b="1" dirty="0" err="1"/>
              <a:t>SNRthresh</a:t>
            </a:r>
            <a:r>
              <a:rPr lang="en-US" sz="2800" b="1" dirty="0"/>
              <a:t>, </a:t>
            </a:r>
            <a:r>
              <a:rPr lang="en-US" sz="2800" b="1" dirty="0" err="1"/>
              <a:t>SDrange</a:t>
            </a:r>
            <a:r>
              <a:rPr lang="en-US" sz="2800" b="1" dirty="0"/>
              <a:t>)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EAB90-41FF-2D1B-8A92-9033FAB1A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220482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Output </a:t>
            </a:r>
            <a:r>
              <a:rPr lang="en-US" b="1" dirty="0" err="1"/>
              <a:t>mlActAuto</a:t>
            </a:r>
            <a:r>
              <a:rPr lang="en-US" b="1" dirty="0"/>
              <a:t> (92x4)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Row 45:  19   16   0   1</a:t>
            </a:r>
          </a:p>
          <a:p>
            <a:r>
              <a:rPr lang="en-US" dirty="0"/>
              <a:t>Row 46:  20   16   1   1</a:t>
            </a:r>
          </a:p>
          <a:p>
            <a:r>
              <a:rPr lang="en-US" dirty="0"/>
              <a:t>Row 47:   1    1   0   2</a:t>
            </a:r>
          </a:p>
          <a:p>
            <a:r>
              <a:rPr lang="en-US" dirty="0"/>
              <a:t>Row 48:   2    1   0   2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[ </a:t>
            </a:r>
            <a:r>
              <a:rPr lang="en-US" dirty="0" err="1"/>
              <a:t>Src</a:t>
            </a:r>
            <a:r>
              <a:rPr lang="en-US" dirty="0"/>
              <a:t> , Det , </a:t>
            </a:r>
            <a:r>
              <a:rPr lang="en-US" dirty="0" err="1"/>
              <a:t>ActiveFlag</a:t>
            </a:r>
            <a:r>
              <a:rPr lang="en-US" dirty="0"/>
              <a:t> , </a:t>
            </a:r>
            <a:r>
              <a:rPr lang="en-US" dirty="0" err="1"/>
              <a:t>WavelengthIndex</a:t>
            </a:r>
            <a:r>
              <a:rPr lang="en-US" dirty="0"/>
              <a:t>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51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1C003B-D398-6079-5E17-73371425D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847078" y="424272"/>
            <a:ext cx="2747675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C469A6-E806-3B5E-C04D-2B70095856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07277" y="424272"/>
            <a:ext cx="3416300" cy="260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09866E-F3E7-269D-3CA3-43F4AF02EF8A}"/>
              </a:ext>
            </a:extLst>
          </p:cNvPr>
          <p:cNvSpPr txBox="1"/>
          <p:nvPr/>
        </p:nvSpPr>
        <p:spPr>
          <a:xfrm>
            <a:off x="4674094" y="3027772"/>
            <a:ext cx="60989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>
                <a:latin typeface="+mj-lt"/>
              </a:rPr>
              <a:t>data (</a:t>
            </a:r>
            <a:r>
              <a:rPr lang="en-SG" b="1" dirty="0" err="1">
                <a:latin typeface="+mj-lt"/>
              </a:rPr>
              <a:t>DataClass</a:t>
            </a:r>
            <a:r>
              <a:rPr lang="en-SG" b="1" dirty="0">
                <a:latin typeface="+mj-lt"/>
              </a:rPr>
              <a:t>)</a:t>
            </a:r>
            <a:endParaRPr lang="en-S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SG" dirty="0" err="1">
                <a:latin typeface="+mj-lt"/>
              </a:rPr>
              <a:t>dataTimeSeries</a:t>
            </a:r>
            <a:r>
              <a:rPr lang="en-SG" dirty="0">
                <a:latin typeface="+mj-lt"/>
              </a:rPr>
              <a:t>: 1740 × 92 → 1740 time points, 92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time: 1740 ×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 err="1">
                <a:latin typeface="+mj-lt"/>
              </a:rPr>
              <a:t>measurementList</a:t>
            </a:r>
            <a:r>
              <a:rPr lang="en-SG" dirty="0">
                <a:latin typeface="+mj-lt"/>
              </a:rPr>
              <a:t>: 1 × 92 </a:t>
            </a:r>
            <a:r>
              <a:rPr lang="en-SG" dirty="0" err="1">
                <a:latin typeface="+mj-lt"/>
              </a:rPr>
              <a:t>MeasListClass</a:t>
            </a:r>
            <a:r>
              <a:rPr lang="en-SG" dirty="0">
                <a:latin typeface="+mj-lt"/>
              </a:rPr>
              <a:t> objects (one per channel)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>
              <a:latin typeface="+mj-lt"/>
            </a:endParaRPr>
          </a:p>
          <a:p>
            <a:pPr>
              <a:buNone/>
            </a:pPr>
            <a:r>
              <a:rPr lang="en-SG" b="1" dirty="0">
                <a:latin typeface="+mj-lt"/>
              </a:rPr>
              <a:t>probe (</a:t>
            </a:r>
            <a:r>
              <a:rPr lang="en-SG" b="1" dirty="0" err="1">
                <a:latin typeface="+mj-lt"/>
              </a:rPr>
              <a:t>ProbeClass</a:t>
            </a:r>
            <a:r>
              <a:rPr lang="en-SG" b="1" dirty="0">
                <a:latin typeface="+mj-lt"/>
              </a:rPr>
              <a:t>)</a:t>
            </a:r>
            <a:endParaRPr lang="en-S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wavelengths: [751; 843] → 2 wavelengths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sourcePos3D: 20 × 3 → 20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detectorPos3D: 16 × 3 → 16 detectors</a:t>
            </a:r>
          </a:p>
          <a:p>
            <a:pPr>
              <a:buNone/>
            </a:pPr>
            <a:r>
              <a:rPr lang="en-SG" dirty="0">
                <a:latin typeface="+mj-lt"/>
              </a:rPr>
              <a:t>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>
                <a:latin typeface="+mj-lt"/>
              </a:rPr>
              <a:t>92 channels = </a:t>
            </a:r>
            <a:r>
              <a:rPr lang="en-SG" b="1" dirty="0">
                <a:latin typeface="+mj-lt"/>
              </a:rPr>
              <a:t>46 source–detector pairs × 2 wavelengths</a:t>
            </a:r>
            <a:r>
              <a:rPr lang="en-SG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290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A551-9337-9CB5-76AA-82F389A9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measList</a:t>
            </a:r>
            <a:r>
              <a:rPr lang="en-SG" dirty="0"/>
              <a:t> = data(</a:t>
            </a:r>
            <a:r>
              <a:rPr lang="en-SG" dirty="0" err="1"/>
              <a:t>iBlk</a:t>
            </a:r>
            <a:r>
              <a:rPr lang="en-SG" dirty="0"/>
              <a:t>).</a:t>
            </a:r>
            <a:r>
              <a:rPr lang="en-SG" dirty="0" err="1"/>
              <a:t>GetMeasList</a:t>
            </a:r>
            <a:r>
              <a:rPr lang="en-SG" dirty="0"/>
              <a:t>(); 92 x 4</a:t>
            </a:r>
          </a:p>
          <a:p>
            <a:r>
              <a:rPr lang="en-SG" dirty="0"/>
              <a:t>ml = </a:t>
            </a:r>
            <a:r>
              <a:rPr lang="en-SG" dirty="0" err="1"/>
              <a:t>data_y</a:t>
            </a:r>
            <a:r>
              <a:rPr lang="en-SG" dirty="0"/>
              <a:t>(</a:t>
            </a:r>
            <a:r>
              <a:rPr lang="en-SG" dirty="0" err="1"/>
              <a:t>iBlk</a:t>
            </a:r>
            <a:r>
              <a:rPr lang="en-SG" dirty="0"/>
              <a:t>).</a:t>
            </a:r>
            <a:r>
              <a:rPr lang="en-SG" dirty="0" err="1"/>
              <a:t>GetMeasListSrcDetPairs</a:t>
            </a:r>
            <a:r>
              <a:rPr lang="en-SG" dirty="0"/>
              <a:t>('reshape’); 46 x 2</a:t>
            </a:r>
          </a:p>
          <a:p>
            <a:endParaRPr lang="en-SG" dirty="0"/>
          </a:p>
          <a:p>
            <a:r>
              <a:rPr lang="en-SG" dirty="0" err="1"/>
              <a:t>mlActRuns</a:t>
            </a:r>
            <a:r>
              <a:rPr lang="en-SG" dirty="0"/>
              <a:t> – 4 (92 x 4) </a:t>
            </a:r>
            <a:r>
              <a:rPr lang="en-SG" dirty="0" err="1"/>
              <a:t>measLists</a:t>
            </a:r>
            <a:r>
              <a:rPr lang="en-SG" dirty="0"/>
              <a:t> for 4 runs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r>
              <a:rPr lang="en-SG" dirty="0"/>
              <a:t>Initial </a:t>
            </a:r>
            <a:r>
              <a:rPr lang="en-SG" dirty="0" err="1"/>
              <a:t>mlActAuto</a:t>
            </a:r>
            <a:r>
              <a:rPr lang="en-SG" dirty="0"/>
              <a:t> without pruning.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2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F25A-A414-E39A-C00F-147229E2B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92A25-A89C-CA39-8F91-85E6D01FF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7646" y="1253331"/>
            <a:ext cx="5699893" cy="4351338"/>
          </a:xfrm>
        </p:spPr>
      </p:pic>
    </p:spTree>
    <p:extLst>
      <p:ext uri="{BB962C8B-B14F-4D97-AF65-F5344CB8AC3E}">
        <p14:creationId xmlns:p14="http://schemas.microsoft.com/office/powerpoint/2010/main" val="1613913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9F55C-E9E9-5439-92DB-80F97EBB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hmrS_GLM.m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7CBB-1961-E11B-4714-CBCA9F215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% get </a:t>
            </a:r>
            <a:r>
              <a:rPr lang="en-SG" dirty="0" err="1"/>
              <a:t>mlActRuns</a:t>
            </a:r>
            <a:r>
              <a:rPr lang="en-SG" dirty="0"/>
              <a:t> from one of the runs </a:t>
            </a:r>
          </a:p>
          <a:p>
            <a:pPr marL="0" indent="0">
              <a:buNone/>
            </a:pPr>
            <a:r>
              <a:rPr lang="en-SG" dirty="0" err="1"/>
              <a:t>disp</a:t>
            </a:r>
            <a:r>
              <a:rPr lang="en-SG" dirty="0"/>
              <a:t>('(Inside </a:t>
            </a:r>
            <a:r>
              <a:rPr lang="en-SG" dirty="0" err="1"/>
              <a:t>hmrS_GLM.m</a:t>
            </a:r>
            <a:r>
              <a:rPr lang="en-SG" dirty="0"/>
              <a:t>) The size of the </a:t>
            </a:r>
            <a:r>
              <a:rPr lang="en-SG" dirty="0" err="1"/>
              <a:t>mlActRuns</a:t>
            </a:r>
            <a:r>
              <a:rPr lang="en-SG" dirty="0"/>
              <a:t>{1} is:');</a:t>
            </a:r>
          </a:p>
          <a:p>
            <a:pPr marL="0" indent="0">
              <a:buNone/>
            </a:pPr>
            <a:r>
              <a:rPr lang="en-SG" dirty="0" err="1"/>
              <a:t>disp</a:t>
            </a:r>
            <a:r>
              <a:rPr lang="en-SG" dirty="0"/>
              <a:t>(size(</a:t>
            </a:r>
            <a:r>
              <a:rPr lang="en-SG" dirty="0" err="1"/>
              <a:t>mlActRuns</a:t>
            </a:r>
            <a:r>
              <a:rPr lang="en-SG" dirty="0"/>
              <a:t>{1}));</a:t>
            </a:r>
          </a:p>
          <a:p>
            <a:pPr marL="0" indent="0">
              <a:buNone/>
            </a:pPr>
            <a:r>
              <a:rPr lang="en-SG" dirty="0" err="1"/>
              <a:t>mlActAuto</a:t>
            </a:r>
            <a:r>
              <a:rPr lang="en-SG" dirty="0"/>
              <a:t>{1} = cell2mat(</a:t>
            </a:r>
            <a:r>
              <a:rPr lang="en-SG" dirty="0" err="1"/>
              <a:t>mlActRuns</a:t>
            </a:r>
            <a:r>
              <a:rPr lang="en-SG" dirty="0"/>
              <a:t>{1});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MY FIX: Instead you keep channels not pruned in all runs</a:t>
            </a:r>
          </a:p>
          <a:p>
            <a:pPr marL="0" indent="0">
              <a:buNone/>
            </a:pPr>
            <a:br>
              <a:rPr lang="en-SG" dirty="0"/>
            </a:br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5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5F8B-6311-A33F-8238-5A398694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hmrS_GLM.m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7185-8757-F471-661C-577546C6F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size of </a:t>
            </a:r>
            <a:r>
              <a:rPr lang="en-US" dirty="0" err="1"/>
              <a:t>data_y.dataTimeSeries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        6949         138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size of </a:t>
            </a:r>
            <a:r>
              <a:rPr lang="en-US" dirty="0" err="1"/>
              <a:t>data_y.time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6949           1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size of </a:t>
            </a:r>
            <a:r>
              <a:rPr lang="en-US" dirty="0" err="1"/>
              <a:t>data_y.measurementList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1   138</a:t>
            </a:r>
          </a:p>
        </p:txBody>
      </p:sp>
    </p:spTree>
    <p:extLst>
      <p:ext uri="{BB962C8B-B14F-4D97-AF65-F5344CB8AC3E}">
        <p14:creationId xmlns:p14="http://schemas.microsoft.com/office/powerpoint/2010/main" val="671532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7B6B-B0F0-03DF-D471-8BC8AF30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2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7615E-DC67-ED45-62A2-E4B883166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406" y="2021342"/>
            <a:ext cx="3390900" cy="209550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3D11AA-8863-533D-B5AE-5664BF4C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06" y="4447496"/>
            <a:ext cx="7772400" cy="1785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3F2C0-28E4-667B-F1D4-AA2D672F90E7}"/>
              </a:ext>
            </a:extLst>
          </p:cNvPr>
          <p:cNvSpPr txBox="1"/>
          <p:nvPr/>
        </p:nvSpPr>
        <p:spPr>
          <a:xfrm>
            <a:off x="5089606" y="592643"/>
            <a:ext cx="6097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Index exceeds the number of array elements. Index must not exceed 133.</a:t>
            </a:r>
          </a:p>
          <a:p>
            <a:pPr>
              <a:buNone/>
            </a:pPr>
            <a:r>
              <a:rPr lang="en-SG" dirty="0"/>
              <a:t> </a:t>
            </a:r>
          </a:p>
          <a:p>
            <a:pPr>
              <a:buNone/>
            </a:pPr>
            <a:r>
              <a:rPr lang="en-SG" dirty="0"/>
              <a:t>Error in homer3_without_gui_subject_glm_FIXED_mlActSession&gt;</a:t>
            </a:r>
            <a:r>
              <a:rPr lang="en-SG" dirty="0" err="1"/>
              <a:t>export_hmrstats_csv</a:t>
            </a:r>
            <a:r>
              <a:rPr lang="en-SG" dirty="0"/>
              <a:t> (line 312)</a:t>
            </a:r>
            <a:br>
              <a:rPr lang="en-SG" dirty="0"/>
            </a:br>
            <a:r>
              <a:rPr lang="en-SG" dirty="0"/>
              <a:t>        </a:t>
            </a:r>
            <a:r>
              <a:rPr lang="en-SG" dirty="0" err="1"/>
              <a:t>thisLabel</a:t>
            </a:r>
            <a:r>
              <a:rPr lang="en-SG" dirty="0"/>
              <a:t> = </a:t>
            </a:r>
            <a:r>
              <a:rPr lang="en-SG" dirty="0" err="1"/>
              <a:t>beta_label</a:t>
            </a:r>
            <a:r>
              <a:rPr lang="en-SG" dirty="0"/>
              <a:t>{</a:t>
            </a:r>
            <a:r>
              <a:rPr lang="en-SG" dirty="0" err="1"/>
              <a:t>iB</a:t>
            </a:r>
            <a:r>
              <a:rPr lang="en-SG" dirty="0"/>
              <a:t>};</a:t>
            </a:r>
          </a:p>
          <a:p>
            <a:pPr>
              <a:buNone/>
            </a:pPr>
            <a:r>
              <a:rPr lang="en-SG" dirty="0"/>
              <a:t> </a:t>
            </a:r>
          </a:p>
          <a:p>
            <a:pPr>
              <a:buNone/>
            </a:pPr>
            <a:r>
              <a:rPr lang="en-SG" dirty="0"/>
              <a:t>Error in homer3_without_gui_subject_glm_FIXED_mlActSession (line 263)</a:t>
            </a:r>
            <a:br>
              <a:rPr lang="en-SG" dirty="0"/>
            </a:br>
            <a:r>
              <a:rPr lang="en-SG" dirty="0"/>
              <a:t>    </a:t>
            </a:r>
            <a:r>
              <a:rPr lang="en-SG" dirty="0" err="1"/>
              <a:t>export_hmrstats_csv</a:t>
            </a:r>
            <a:r>
              <a:rPr lang="en-SG" dirty="0"/>
              <a:t>(</a:t>
            </a:r>
            <a:r>
              <a:rPr lang="en-SG" dirty="0" err="1"/>
              <a:t>hmrstats_sess</a:t>
            </a:r>
            <a:r>
              <a:rPr lang="en-SG" dirty="0"/>
              <a:t>, </a:t>
            </a:r>
            <a:r>
              <a:rPr lang="en-SG" dirty="0" err="1"/>
              <a:t>out_glm_sess_csv</a:t>
            </a:r>
            <a:r>
              <a:rPr lang="en-SG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385520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29E0-1D78-98EC-4A09-699B724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11CD4-8E13-286E-0AFB-453042019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nB</a:t>
            </a:r>
            <a:r>
              <a:rPr lang="en-US" dirty="0"/>
              <a:t> = floor((</a:t>
            </a:r>
            <a:r>
              <a:rPr lang="en-US" dirty="0" err="1"/>
              <a:t>trange</a:t>
            </a:r>
            <a:r>
              <a:rPr lang="en-US" dirty="0"/>
              <a:t>(2) - </a:t>
            </a:r>
            <a:r>
              <a:rPr lang="en-US" dirty="0" err="1"/>
              <a:t>trange</a:t>
            </a:r>
            <a:r>
              <a:rPr lang="en-US" dirty="0"/>
              <a:t>(1)) / </a:t>
            </a:r>
            <a:r>
              <a:rPr lang="en-US" dirty="0" err="1"/>
              <a:t>gms</a:t>
            </a:r>
            <a:r>
              <a:rPr lang="en-US" dirty="0"/>
              <a:t>) - 1;</a:t>
            </a:r>
          </a:p>
          <a:p>
            <a:endParaRPr 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latin typeface="Arial Unicode MS" panose="020B0604020202020204" pitchFamily="34" charset="-128"/>
              </a:rPr>
              <a:t>trange</a:t>
            </a:r>
            <a:r>
              <a:rPr lang="en-US" altLang="en-US" dirty="0">
                <a:latin typeface="Arial Unicode MS" panose="020B0604020202020204" pitchFamily="34" charset="-128"/>
              </a:rPr>
              <a:t> = </a:t>
            </a:r>
            <a:r>
              <a:rPr lang="en-SG" dirty="0"/>
              <a:t>[-5.0 40.0</a:t>
            </a:r>
            <a:r>
              <a:rPr lang="en-US" altLang="en-US" dirty="0">
                <a:latin typeface="Arial Unicode MS" panose="020B0604020202020204" pitchFamily="34" charset="-128"/>
              </a:rPr>
              <a:t>]</a:t>
            </a:r>
            <a:r>
              <a:rPr lang="en-US" altLang="en-US" dirty="0"/>
              <a:t> → total window = </a:t>
            </a:r>
            <a:r>
              <a:rPr lang="en-US" altLang="en-US" b="1" dirty="0">
                <a:latin typeface="Arial" panose="020B0604020202020204" pitchFamily="34" charset="0"/>
              </a:rPr>
              <a:t>44 seconds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latin typeface="Arial Unicode MS" panose="020B0604020202020204" pitchFamily="34" charset="-128"/>
              </a:rPr>
              <a:t>gms</a:t>
            </a:r>
            <a:r>
              <a:rPr lang="en-US" altLang="en-US" dirty="0">
                <a:latin typeface="Arial Unicode MS" panose="020B0604020202020204" pitchFamily="34" charset="-128"/>
              </a:rPr>
              <a:t> = 1 s</a:t>
            </a:r>
            <a:r>
              <a:rPr lang="en-US" altLang="en-US" dirty="0"/>
              <a:t> (your Gaussian spacing)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Condition 1 → 44 columns</a:t>
            </a:r>
          </a:p>
          <a:p>
            <a:r>
              <a:rPr lang="en-US" dirty="0"/>
              <a:t>Condition 2 → 44 columns</a:t>
            </a:r>
          </a:p>
          <a:p>
            <a:r>
              <a:rPr lang="en-US" dirty="0"/>
              <a:t>Condition 3 → 44 columns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3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7FFB-A1A2-6163-505D-28BE0EC2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CFC6DD-177A-0E92-30A3-4FBBB1F62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100" y="365125"/>
            <a:ext cx="7543800" cy="2311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D4CD9-81C8-6B46-0846-AA2EDA693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0" y="2987675"/>
            <a:ext cx="6959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60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E83E-BAD4-69B2-999B-BB4921C5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01608-55C9-F8FD-4349-AA20AB8B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ABE37-341B-D0D0-39B6-98F69C1F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45" y="2357441"/>
            <a:ext cx="7772400" cy="244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703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5D5C-1AEA-F247-F7ED-98195BF4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BFE4-FFF4-8BB1-0DA8-B30BA9A7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t:      1 2 3 4 5 6 7 8</a:t>
            </a:r>
          </a:p>
          <a:p>
            <a:pPr marL="0" indent="0">
              <a:buNone/>
            </a:pPr>
            <a:r>
              <a:rPr lang="en-US" sz="2400" dirty="0" err="1"/>
              <a:t>s_c</a:t>
            </a:r>
            <a:r>
              <a:rPr lang="en-US" sz="2400" dirty="0"/>
              <a:t>(t): 0 0 1 0 0 1 0 0 			(non-zero at t=3 </a:t>
            </a:r>
            <a:r>
              <a:rPr lang="en-US" sz="2400" dirty="0" err="1"/>
              <a:t>anf</a:t>
            </a:r>
            <a:r>
              <a:rPr lang="en-US" sz="2400" dirty="0"/>
              <a:t> t=6)</a:t>
            </a:r>
          </a:p>
          <a:p>
            <a:pPr marL="0" indent="0">
              <a:buNone/>
            </a:pPr>
            <a:r>
              <a:rPr lang="en-US" sz="2400" dirty="0" err="1"/>
              <a:t>g_b</a:t>
            </a:r>
            <a:r>
              <a:rPr lang="en-US" sz="2400" dirty="0"/>
              <a:t>(t): 0 0.2 0.8 1.0 0.8 0.2 0</a:t>
            </a:r>
          </a:p>
          <a:p>
            <a:pPr marL="0" indent="0">
              <a:buNone/>
            </a:pP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Place one Gaussian at </a:t>
            </a:r>
            <a:r>
              <a:rPr lang="en-US" altLang="en-US" sz="2400" dirty="0">
                <a:latin typeface="Arial Unicode MS" panose="020B0604020202020204" pitchFamily="34" charset="-128"/>
              </a:rPr>
              <a:t>t=3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Place another Gaussian at </a:t>
            </a:r>
            <a:r>
              <a:rPr lang="en-US" altLang="en-US" sz="2400" dirty="0">
                <a:latin typeface="Arial Unicode MS" panose="020B0604020202020204" pitchFamily="34" charset="-128"/>
              </a:rPr>
              <a:t>t=6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Add them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s_c</a:t>
            </a:r>
            <a:r>
              <a:rPr lang="en-US" sz="2400" dirty="0"/>
              <a:t> * </a:t>
            </a:r>
            <a:r>
              <a:rPr lang="en-US" sz="2400" dirty="0" err="1"/>
              <a:t>g_b</a:t>
            </a:r>
            <a:r>
              <a:rPr lang="en-US" sz="2400" dirty="0"/>
              <a:t>)(t):</a:t>
            </a:r>
          </a:p>
          <a:p>
            <a:pPr marL="0" indent="0">
              <a:buNone/>
            </a:pPr>
            <a:r>
              <a:rPr lang="en-US" sz="2400" dirty="0"/>
              <a:t>        0 0 0.2 0.8 1.0 1.0 1.0 0.2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70139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8BD5-742B-D46F-EFD2-0F65ADC0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Nuisance Terms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83F704-D0D3-AC20-ABA3-A03BB3E776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97948"/>
            <a:ext cx="983566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 terms (slow baseline changes)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Short-separation regressors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 regressors (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Aaux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regressors (currently off)</a:t>
            </a:r>
          </a:p>
        </p:txBody>
      </p:sp>
    </p:spTree>
    <p:extLst>
      <p:ext uri="{BB962C8B-B14F-4D97-AF65-F5344CB8AC3E}">
        <p14:creationId xmlns:p14="http://schemas.microsoft.com/office/powerpoint/2010/main" val="2643090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985417E-57DD-EBE7-7CE1-2376AC2CB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1356"/>
            <a:ext cx="10515600" cy="370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SG" sz="2400" dirty="0" err="1"/>
              <a:t>dA</a:t>
            </a:r>
            <a:r>
              <a:rPr lang="en-SG" sz="2400" dirty="0"/>
              <a:t> (HRF part) has 132 columns</a:t>
            </a:r>
          </a:p>
          <a:p>
            <a:r>
              <a:rPr lang="en-SG" sz="2400" dirty="0"/>
              <a:t>Runs = 4</a:t>
            </a:r>
          </a:p>
          <a:p>
            <a:r>
              <a:rPr lang="en-SG" sz="2400" dirty="0"/>
              <a:t>Final At columns = 132 + 4 = 136</a:t>
            </a:r>
          </a:p>
          <a:p>
            <a:r>
              <a:rPr lang="en-SG" sz="2400" dirty="0"/>
              <a:t>But </a:t>
            </a:r>
            <a:r>
              <a:rPr lang="en-SG" sz="2400" dirty="0" err="1"/>
              <a:t>beta_label</a:t>
            </a:r>
            <a:r>
              <a:rPr lang="en-SG" sz="2400" dirty="0"/>
              <a:t> is still 133</a:t>
            </a:r>
          </a:p>
          <a:p>
            <a:r>
              <a:rPr lang="en-SG" sz="2400" dirty="0"/>
              <a:t> So the missing labels are exactly the 3 extra copies of that one nuisance regressor for runs 2–4.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code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intentionally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ShortSep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run-specific (separate nuisance per run)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 the labeling must also become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run-specific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0ADDD-9E9D-4E9F-9349-C715EDF768AB}"/>
              </a:ext>
            </a:extLst>
          </p:cNvPr>
          <p:cNvSpPr txBox="1"/>
          <p:nvPr/>
        </p:nvSpPr>
        <p:spPr>
          <a:xfrm>
            <a:off x="1635369" y="852854"/>
            <a:ext cx="2101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Error Fix</a:t>
            </a:r>
          </a:p>
        </p:txBody>
      </p:sp>
    </p:spTree>
    <p:extLst>
      <p:ext uri="{BB962C8B-B14F-4D97-AF65-F5344CB8AC3E}">
        <p14:creationId xmlns:p14="http://schemas.microsoft.com/office/powerpoint/2010/main" val="4025320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93F3E-4398-0AE1-F381-7B49F375C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877" y="836532"/>
            <a:ext cx="9676246" cy="33486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44BD21-9065-2E94-E713-64ADC769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940343"/>
            <a:ext cx="7772400" cy="91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81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4007-3211-C313-A60C-42AC9BBC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Python (MNE/MNE-NIRS) 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78E2-795F-8937-515C-E6717F03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b="1" dirty="0"/>
              <a:t>Input:</a:t>
            </a:r>
            <a:r>
              <a:rPr lang="en-SG" dirty="0"/>
              <a:t> multiple run SNIRFs</a:t>
            </a:r>
          </a:p>
          <a:p>
            <a:r>
              <a:rPr lang="en-SG" b="1" dirty="0"/>
              <a:t>Preproc:</a:t>
            </a:r>
            <a:r>
              <a:rPr lang="en-SG" dirty="0"/>
              <a:t> intensity → OD → Hb (if needed), keep long channels</a:t>
            </a:r>
          </a:p>
          <a:p>
            <a:r>
              <a:rPr lang="en-SG" b="1" dirty="0"/>
              <a:t>Design matrix idea:</a:t>
            </a:r>
            <a:endParaRPr lang="en-SG" dirty="0"/>
          </a:p>
          <a:p>
            <a:pPr lvl="1"/>
            <a:r>
              <a:rPr lang="en-SG" b="1" dirty="0"/>
              <a:t>Conditions are shared across runs</a:t>
            </a:r>
            <a:endParaRPr lang="en-SG" dirty="0"/>
          </a:p>
          <a:p>
            <a:pPr lvl="1"/>
            <a:r>
              <a:rPr lang="en-SG" b="1" dirty="0"/>
              <a:t>Drift/constant are run-specific</a:t>
            </a:r>
            <a:r>
              <a:rPr lang="en-SG" dirty="0"/>
              <a:t> (drift_run1, drift_run2, …)</a:t>
            </a:r>
          </a:p>
          <a:p>
            <a:r>
              <a:rPr lang="en-SG" b="1" dirty="0"/>
              <a:t>Fit:</a:t>
            </a:r>
            <a:r>
              <a:rPr lang="en-SG" dirty="0"/>
              <a:t> 1 GLM on concatenated data (</a:t>
            </a:r>
            <a:r>
              <a:rPr lang="en-SG" dirty="0" err="1"/>
              <a:t>run_glm</a:t>
            </a:r>
            <a:r>
              <a:rPr lang="en-SG" dirty="0"/>
              <a:t>(</a:t>
            </a:r>
            <a:r>
              <a:rPr lang="en-SG" dirty="0" err="1"/>
              <a:t>raw_all</a:t>
            </a:r>
            <a:r>
              <a:rPr lang="en-SG" dirty="0"/>
              <a:t>, </a:t>
            </a:r>
            <a:r>
              <a:rPr lang="en-SG" dirty="0" err="1"/>
              <a:t>dm_subject</a:t>
            </a:r>
            <a:r>
              <a:rPr lang="en-SG" dirty="0"/>
              <a:t>))</a:t>
            </a:r>
          </a:p>
          <a:p>
            <a:r>
              <a:rPr lang="en-SG" b="1" dirty="0"/>
              <a:t>Export:</a:t>
            </a:r>
            <a:r>
              <a:rPr lang="en-SG" dirty="0"/>
              <a:t> one CSV of subject-level GLM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71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35D5-115F-B6BB-E999-1CCAC4EA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2119-8127-B9A5-FE0D-8679AC422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Qtnirs</a:t>
            </a:r>
            <a:r>
              <a:rPr lang="en-US" dirty="0"/>
              <a:t> for preprocessing (DONE)</a:t>
            </a:r>
          </a:p>
          <a:p>
            <a:r>
              <a:rPr lang="en-US" dirty="0"/>
              <a:t>Understand how </a:t>
            </a:r>
            <a:r>
              <a:rPr lang="en-US" dirty="0" err="1"/>
              <a:t>shortSep</a:t>
            </a:r>
            <a:r>
              <a:rPr lang="en-US" dirty="0"/>
              <a:t> works in homer3 </a:t>
            </a:r>
            <a:r>
              <a:rPr lang="en-US" dirty="0" err="1"/>
              <a:t>glm</a:t>
            </a:r>
            <a:r>
              <a:rPr lang="en-US" dirty="0"/>
              <a:t> (17, </a:t>
            </a:r>
          </a:p>
          <a:p>
            <a:r>
              <a:rPr lang="en-US" dirty="0"/>
              <a:t>Work on the MNE script for </a:t>
            </a:r>
            <a:r>
              <a:rPr lang="en-US" dirty="0" err="1"/>
              <a:t>glm</a:t>
            </a:r>
            <a:endParaRPr lang="en-US" dirty="0"/>
          </a:p>
          <a:p>
            <a:r>
              <a:rPr lang="en-US" dirty="0"/>
              <a:t>Understand the homer3 session level </a:t>
            </a:r>
            <a:r>
              <a:rPr lang="en-US" dirty="0" err="1"/>
              <a:t>glm</a:t>
            </a:r>
            <a:r>
              <a:rPr lang="en-US" dirty="0"/>
              <a:t> script</a:t>
            </a:r>
          </a:p>
          <a:p>
            <a:endParaRPr lang="en-US" dirty="0"/>
          </a:p>
          <a:p>
            <a:r>
              <a:rPr lang="en-SG" dirty="0"/>
              <a:t>SSCs should be</a:t>
            </a:r>
          </a:p>
          <a:p>
            <a:r>
              <a:rPr lang="en-SG" dirty="0"/>
              <a:t>S12-R11 </a:t>
            </a:r>
          </a:p>
          <a:p>
            <a:r>
              <a:rPr lang="en-SG" dirty="0"/>
              <a:t>S17-R15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444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918B-2008-C93C-664F-5CABC8BA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52F9EB-5661-54DA-0D59-56B5FFCF6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6174" y="86957"/>
            <a:ext cx="5082307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829F88-2DB8-7977-05E4-F8CE51945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7693"/>
            <a:ext cx="4667164" cy="333097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5CA315-FAED-8116-7FCC-3A6E93685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23941"/>
            <a:ext cx="4667164" cy="2786366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C134B84-2035-0BCE-8133-1FEFE8F5B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173" y="4555727"/>
            <a:ext cx="5082307" cy="20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95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0427-0F93-FB9B-0DA9-6CBFACF8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84" y="2530208"/>
            <a:ext cx="3648807" cy="1325563"/>
          </a:xfrm>
        </p:spPr>
        <p:txBody>
          <a:bodyPr/>
          <a:lstStyle/>
          <a:p>
            <a:r>
              <a:rPr lang="en-US" dirty="0"/>
              <a:t>Events for runs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B74B01-CABB-CFE1-78D3-E42830A24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416" y="222575"/>
            <a:ext cx="3819238" cy="306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9B7FF8E-0308-D046-A3E1-D4FB3D5C7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691" y="222575"/>
            <a:ext cx="3819238" cy="306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370CC86-19E5-ABB5-513C-ECC79A81A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417" y="3483803"/>
            <a:ext cx="3819237" cy="306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DB50BA8-DD4F-2D77-8F46-A5FA814B9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406" y="3483803"/>
            <a:ext cx="3524772" cy="282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A11BBD-1443-11D1-7D13-D0F5C4B129A6}"/>
              </a:ext>
            </a:extLst>
          </p:cNvPr>
          <p:cNvSpPr txBox="1"/>
          <p:nvPr/>
        </p:nvSpPr>
        <p:spPr>
          <a:xfrm>
            <a:off x="5115341" y="451044"/>
            <a:ext cx="76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A722-50AE-AD3A-AABB-2819C590995E}"/>
              </a:ext>
            </a:extLst>
          </p:cNvPr>
          <p:cNvSpPr txBox="1"/>
          <p:nvPr/>
        </p:nvSpPr>
        <p:spPr>
          <a:xfrm>
            <a:off x="9387696" y="453708"/>
            <a:ext cx="76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Run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EC708-C8C8-CF6F-AB1E-DC1E2BCF90A7}"/>
              </a:ext>
            </a:extLst>
          </p:cNvPr>
          <p:cNvSpPr txBox="1"/>
          <p:nvPr/>
        </p:nvSpPr>
        <p:spPr>
          <a:xfrm>
            <a:off x="5031398" y="4066101"/>
            <a:ext cx="76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Run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8549-CDD7-65EE-A4D9-40C8578786DE}"/>
              </a:ext>
            </a:extLst>
          </p:cNvPr>
          <p:cNvSpPr txBox="1"/>
          <p:nvPr/>
        </p:nvSpPr>
        <p:spPr>
          <a:xfrm>
            <a:off x="9567328" y="4329265"/>
            <a:ext cx="76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Run 4</a:t>
            </a:r>
          </a:p>
        </p:txBody>
      </p:sp>
    </p:spTree>
    <p:extLst>
      <p:ext uri="{BB962C8B-B14F-4D97-AF65-F5344CB8AC3E}">
        <p14:creationId xmlns:p14="http://schemas.microsoft.com/office/powerpoint/2010/main" val="3880582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4FDB-0AF6-3530-C888-0C66A0E0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and long channels (run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589DF-FC04-B900-970C-40FAB0742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12235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en-SG" dirty="0"/>
              <a:t>Short channel count : 4</a:t>
            </a:r>
          </a:p>
          <a:p>
            <a:pPr marL="0" indent="0" latinLnBrk="1">
              <a:buNone/>
            </a:pPr>
            <a:endParaRPr lang="en-SG" dirty="0"/>
          </a:p>
          <a:p>
            <a:pPr marL="0" indent="0" latinLnBrk="1">
              <a:buNone/>
            </a:pPr>
            <a:r>
              <a:rPr lang="en-SG" sz="4200" b="1" dirty="0"/>
              <a:t>Short channels : ['S12_D11 </a:t>
            </a:r>
            <a:r>
              <a:rPr lang="en-SG" sz="4200" b="1" dirty="0" err="1"/>
              <a:t>hbo</a:t>
            </a:r>
            <a:r>
              <a:rPr lang="en-SG" sz="4200" b="1" dirty="0"/>
              <a:t>', 'S12_D11 </a:t>
            </a:r>
            <a:r>
              <a:rPr lang="en-SG" sz="4200" b="1" dirty="0" err="1"/>
              <a:t>hbr</a:t>
            </a:r>
            <a:r>
              <a:rPr lang="en-SG" sz="4200" b="1" dirty="0"/>
              <a:t>', 'S17_D15 </a:t>
            </a:r>
            <a:r>
              <a:rPr lang="en-SG" sz="4200" b="1" dirty="0" err="1"/>
              <a:t>hbo</a:t>
            </a:r>
            <a:r>
              <a:rPr lang="en-SG" sz="4200" b="1" dirty="0"/>
              <a:t>', 'S17_D15 </a:t>
            </a:r>
            <a:r>
              <a:rPr lang="en-SG" sz="4200" b="1" dirty="0" err="1"/>
              <a:t>hbr</a:t>
            </a:r>
            <a:r>
              <a:rPr lang="en-SG" sz="4200" b="1" dirty="0"/>
              <a:t>']</a:t>
            </a:r>
          </a:p>
          <a:p>
            <a:pPr marL="0" indent="0" latinLnBrk="1">
              <a:buNone/>
            </a:pPr>
            <a:endParaRPr lang="en-SG" dirty="0"/>
          </a:p>
          <a:p>
            <a:pPr marL="0" indent="0" latinLnBrk="1">
              <a:buNone/>
            </a:pPr>
            <a:r>
              <a:rPr lang="en-SG" dirty="0"/>
              <a:t>Long channel count : 88</a:t>
            </a:r>
          </a:p>
          <a:p>
            <a:pPr marL="0" indent="0" latinLnBrk="1">
              <a:buNone/>
            </a:pPr>
            <a:endParaRPr lang="en-SG" dirty="0"/>
          </a:p>
          <a:p>
            <a:pPr marL="0" indent="0" latinLnBrk="1">
              <a:lnSpc>
                <a:spcPct val="120000"/>
              </a:lnSpc>
              <a:buNone/>
            </a:pPr>
            <a:r>
              <a:rPr lang="en-SG" dirty="0"/>
              <a:t>Long channels : ['S1_D1 </a:t>
            </a:r>
            <a:r>
              <a:rPr lang="en-SG" dirty="0" err="1"/>
              <a:t>hbo</a:t>
            </a:r>
            <a:r>
              <a:rPr lang="en-SG" dirty="0"/>
              <a:t>', 'S1_D1 </a:t>
            </a:r>
            <a:r>
              <a:rPr lang="en-SG" dirty="0" err="1"/>
              <a:t>hbr</a:t>
            </a:r>
            <a:r>
              <a:rPr lang="en-SG" dirty="0"/>
              <a:t>', 'S2_D1 </a:t>
            </a:r>
            <a:r>
              <a:rPr lang="en-SG" dirty="0" err="1"/>
              <a:t>hbo</a:t>
            </a:r>
            <a:r>
              <a:rPr lang="en-SG" dirty="0"/>
              <a:t>', 'S2_D1 </a:t>
            </a:r>
            <a:r>
              <a:rPr lang="en-SG" dirty="0" err="1"/>
              <a:t>hbr</a:t>
            </a:r>
            <a:r>
              <a:rPr lang="en-SG" dirty="0"/>
              <a:t>', 'S3_D1 </a:t>
            </a:r>
            <a:r>
              <a:rPr lang="en-SG" dirty="0" err="1"/>
              <a:t>hbo</a:t>
            </a:r>
            <a:r>
              <a:rPr lang="en-SG" dirty="0"/>
              <a:t>', 'S3_D1 </a:t>
            </a:r>
            <a:r>
              <a:rPr lang="en-SG" dirty="0" err="1"/>
              <a:t>hbr</a:t>
            </a:r>
            <a:r>
              <a:rPr lang="en-SG" dirty="0"/>
              <a:t>', 'S1_D2 </a:t>
            </a:r>
            <a:r>
              <a:rPr lang="en-SG" dirty="0" err="1"/>
              <a:t>hbo</a:t>
            </a:r>
            <a:r>
              <a:rPr lang="en-SG" dirty="0"/>
              <a:t>', 'S1_D2 </a:t>
            </a:r>
            <a:r>
              <a:rPr lang="en-SG" dirty="0" err="1"/>
              <a:t>hbr</a:t>
            </a:r>
            <a:r>
              <a:rPr lang="en-SG" dirty="0"/>
              <a:t>', 'S3_D2 </a:t>
            </a:r>
            <a:r>
              <a:rPr lang="en-SG" dirty="0" err="1"/>
              <a:t>hbo</a:t>
            </a:r>
            <a:r>
              <a:rPr lang="en-SG" dirty="0"/>
              <a:t>', 'S3_D2 </a:t>
            </a:r>
            <a:r>
              <a:rPr lang="en-SG" dirty="0" err="1"/>
              <a:t>hbr</a:t>
            </a:r>
            <a:r>
              <a:rPr lang="en-SG" dirty="0"/>
              <a:t>', 'S4_D2 </a:t>
            </a:r>
            <a:r>
              <a:rPr lang="en-SG" dirty="0" err="1"/>
              <a:t>hbo</a:t>
            </a:r>
            <a:r>
              <a:rPr lang="en-SG" dirty="0"/>
              <a:t>', 'S4_D2 </a:t>
            </a:r>
            <a:r>
              <a:rPr lang="en-SG" dirty="0" err="1"/>
              <a:t>hbr</a:t>
            </a:r>
            <a:r>
              <a:rPr lang="en-SG" dirty="0"/>
              <a:t>', 'S2_D3 </a:t>
            </a:r>
            <a:r>
              <a:rPr lang="en-SG" dirty="0" err="1"/>
              <a:t>hbo</a:t>
            </a:r>
            <a:r>
              <a:rPr lang="en-SG" dirty="0"/>
              <a:t>', 'S2_D3 </a:t>
            </a:r>
            <a:r>
              <a:rPr lang="en-SG" dirty="0" err="1"/>
              <a:t>hbr</a:t>
            </a:r>
            <a:r>
              <a:rPr lang="en-SG" dirty="0"/>
              <a:t>', 'S3_D3 </a:t>
            </a:r>
            <a:r>
              <a:rPr lang="en-SG" dirty="0" err="1"/>
              <a:t>hbo</a:t>
            </a:r>
            <a:r>
              <a:rPr lang="en-SG" dirty="0"/>
              <a:t>', 'S3_D3 </a:t>
            </a:r>
            <a:r>
              <a:rPr lang="en-SG" dirty="0" err="1"/>
              <a:t>hbr</a:t>
            </a:r>
            <a:r>
              <a:rPr lang="en-SG" dirty="0"/>
              <a:t>', 'S5_D3 </a:t>
            </a:r>
            <a:r>
              <a:rPr lang="en-SG" dirty="0" err="1"/>
              <a:t>hbo</a:t>
            </a:r>
            <a:r>
              <a:rPr lang="en-SG" dirty="0"/>
              <a:t>', 'S5_D3 </a:t>
            </a:r>
            <a:r>
              <a:rPr lang="en-SG" dirty="0" err="1"/>
              <a:t>hbr</a:t>
            </a:r>
            <a:r>
              <a:rPr lang="en-SG" dirty="0"/>
              <a:t>', 'S3_D4 </a:t>
            </a:r>
            <a:r>
              <a:rPr lang="en-SG" dirty="0" err="1"/>
              <a:t>hbo</a:t>
            </a:r>
            <a:r>
              <a:rPr lang="en-SG" dirty="0"/>
              <a:t>', 'S3_D4 </a:t>
            </a:r>
            <a:r>
              <a:rPr lang="en-SG" dirty="0" err="1"/>
              <a:t>hbr</a:t>
            </a:r>
            <a:r>
              <a:rPr lang="en-SG" dirty="0"/>
              <a:t>', 'S4_D4 </a:t>
            </a:r>
            <a:r>
              <a:rPr lang="en-SG" dirty="0" err="1"/>
              <a:t>hbo</a:t>
            </a:r>
            <a:r>
              <a:rPr lang="en-SG" dirty="0"/>
              <a:t>', 'S4_D4 </a:t>
            </a:r>
            <a:r>
              <a:rPr lang="en-SG" dirty="0" err="1"/>
              <a:t>hbr</a:t>
            </a:r>
            <a:r>
              <a:rPr lang="en-SG" dirty="0"/>
              <a:t>', 'S5_D4 </a:t>
            </a:r>
            <a:r>
              <a:rPr lang="en-SG" dirty="0" err="1"/>
              <a:t>hbo</a:t>
            </a:r>
            <a:r>
              <a:rPr lang="en-SG" dirty="0"/>
              <a:t>', 'S5_D4 </a:t>
            </a:r>
            <a:r>
              <a:rPr lang="en-SG" dirty="0" err="1"/>
              <a:t>hbr</a:t>
            </a:r>
            <a:r>
              <a:rPr lang="en-SG" dirty="0"/>
              <a:t>', 'S7_D5 </a:t>
            </a:r>
            <a:r>
              <a:rPr lang="en-SG" dirty="0" err="1"/>
              <a:t>hbo</a:t>
            </a:r>
            <a:r>
              <a:rPr lang="en-SG" dirty="0"/>
              <a:t>', 'S7_D5 </a:t>
            </a:r>
            <a:r>
              <a:rPr lang="en-SG" dirty="0" err="1"/>
              <a:t>hbr</a:t>
            </a:r>
            <a:r>
              <a:rPr lang="en-SG" dirty="0"/>
              <a:t>', 'S6_D5 </a:t>
            </a:r>
            <a:r>
              <a:rPr lang="en-SG" dirty="0" err="1"/>
              <a:t>hbo</a:t>
            </a:r>
            <a:r>
              <a:rPr lang="en-SG" dirty="0"/>
              <a:t>', 'S6_D5 </a:t>
            </a:r>
            <a:r>
              <a:rPr lang="en-SG" dirty="0" err="1"/>
              <a:t>hbr</a:t>
            </a:r>
            <a:r>
              <a:rPr lang="en-SG" dirty="0"/>
              <a:t>', 'S8_D5 </a:t>
            </a:r>
            <a:r>
              <a:rPr lang="en-SG" dirty="0" err="1"/>
              <a:t>hbo</a:t>
            </a:r>
            <a:r>
              <a:rPr lang="en-SG" dirty="0"/>
              <a:t>', 'S8_D5 </a:t>
            </a:r>
            <a:r>
              <a:rPr lang="en-SG" dirty="0" err="1"/>
              <a:t>hbr</a:t>
            </a:r>
            <a:r>
              <a:rPr lang="en-SG" dirty="0"/>
              <a:t>', 'S6_D6 </a:t>
            </a:r>
            <a:r>
              <a:rPr lang="en-SG" dirty="0" err="1"/>
              <a:t>hbo</a:t>
            </a:r>
            <a:r>
              <a:rPr lang="en-SG" dirty="0"/>
              <a:t>', 'S6_D6 </a:t>
            </a:r>
            <a:r>
              <a:rPr lang="en-SG" dirty="0" err="1"/>
              <a:t>hbr</a:t>
            </a:r>
            <a:r>
              <a:rPr lang="en-SG" dirty="0"/>
              <a:t>', 'S8_D6 </a:t>
            </a:r>
            <a:r>
              <a:rPr lang="en-SG" dirty="0" err="1"/>
              <a:t>hbo</a:t>
            </a:r>
            <a:r>
              <a:rPr lang="en-SG" dirty="0"/>
              <a:t>', 'S8_D6 </a:t>
            </a:r>
            <a:r>
              <a:rPr lang="en-SG" dirty="0" err="1"/>
              <a:t>hbr</a:t>
            </a:r>
            <a:r>
              <a:rPr lang="en-SG" dirty="0"/>
              <a:t>', 'S9_D6 </a:t>
            </a:r>
            <a:r>
              <a:rPr lang="en-SG" dirty="0" err="1"/>
              <a:t>hbo</a:t>
            </a:r>
            <a:r>
              <a:rPr lang="en-SG" dirty="0"/>
              <a:t>', 'S9_D6 </a:t>
            </a:r>
            <a:r>
              <a:rPr lang="en-SG" dirty="0" err="1"/>
              <a:t>hbr</a:t>
            </a:r>
            <a:r>
              <a:rPr lang="en-SG" dirty="0"/>
              <a:t>', 'S7_D7 </a:t>
            </a:r>
            <a:r>
              <a:rPr lang="en-SG" dirty="0" err="1"/>
              <a:t>hbo</a:t>
            </a:r>
            <a:r>
              <a:rPr lang="en-SG" dirty="0"/>
              <a:t>', 'S7_D7 </a:t>
            </a:r>
            <a:r>
              <a:rPr lang="en-SG" dirty="0" err="1"/>
              <a:t>hbr</a:t>
            </a:r>
            <a:r>
              <a:rPr lang="en-SG" dirty="0"/>
              <a:t>', 'S8_D7 </a:t>
            </a:r>
            <a:r>
              <a:rPr lang="en-SG" dirty="0" err="1"/>
              <a:t>hbo</a:t>
            </a:r>
            <a:r>
              <a:rPr lang="en-SG" dirty="0"/>
              <a:t>', 'S8_D7 </a:t>
            </a:r>
            <a:r>
              <a:rPr lang="en-SG" dirty="0" err="1"/>
              <a:t>hbr</a:t>
            </a:r>
            <a:r>
              <a:rPr lang="en-SG" dirty="0"/>
              <a:t>', 'S10_D7 </a:t>
            </a:r>
            <a:r>
              <a:rPr lang="en-SG" dirty="0" err="1"/>
              <a:t>hbo</a:t>
            </a:r>
            <a:r>
              <a:rPr lang="en-SG" dirty="0"/>
              <a:t>', 'S10_D7 </a:t>
            </a:r>
            <a:r>
              <a:rPr lang="en-SG" dirty="0" err="1"/>
              <a:t>hbr</a:t>
            </a:r>
            <a:r>
              <a:rPr lang="en-SG" dirty="0"/>
              <a:t>', 'S8_D8 </a:t>
            </a:r>
            <a:r>
              <a:rPr lang="en-SG" dirty="0" err="1"/>
              <a:t>hbo</a:t>
            </a:r>
            <a:r>
              <a:rPr lang="en-SG" dirty="0"/>
              <a:t>', 'S8_D8 </a:t>
            </a:r>
            <a:r>
              <a:rPr lang="en-SG" dirty="0" err="1"/>
              <a:t>hbr</a:t>
            </a:r>
            <a:r>
              <a:rPr lang="en-SG" dirty="0"/>
              <a:t>', 'S10_D8 </a:t>
            </a:r>
            <a:r>
              <a:rPr lang="en-SG" dirty="0" err="1"/>
              <a:t>hbo</a:t>
            </a:r>
            <a:r>
              <a:rPr lang="en-SG" dirty="0"/>
              <a:t>', 'S10_D8 </a:t>
            </a:r>
            <a:r>
              <a:rPr lang="en-SG" dirty="0" err="1"/>
              <a:t>hbr</a:t>
            </a:r>
            <a:r>
              <a:rPr lang="en-SG" dirty="0"/>
              <a:t>', 'S9_D8 </a:t>
            </a:r>
            <a:r>
              <a:rPr lang="en-SG" dirty="0" err="1"/>
              <a:t>hbo</a:t>
            </a:r>
            <a:r>
              <a:rPr lang="en-SG" dirty="0"/>
              <a:t>', 'S9_D8 </a:t>
            </a:r>
            <a:r>
              <a:rPr lang="en-SG" dirty="0" err="1"/>
              <a:t>hbr</a:t>
            </a:r>
            <a:r>
              <a:rPr lang="en-SG" dirty="0"/>
              <a:t>', 'S11_D9 </a:t>
            </a:r>
            <a:r>
              <a:rPr lang="en-SG" dirty="0" err="1"/>
              <a:t>hbo</a:t>
            </a:r>
            <a:r>
              <a:rPr lang="en-SG" dirty="0"/>
              <a:t>', 'S11_D9 </a:t>
            </a:r>
            <a:r>
              <a:rPr lang="en-SG" dirty="0" err="1"/>
              <a:t>hbr</a:t>
            </a:r>
            <a:r>
              <a:rPr lang="en-SG" dirty="0"/>
              <a:t>', 'S13_D9 </a:t>
            </a:r>
            <a:r>
              <a:rPr lang="en-SG" dirty="0" err="1"/>
              <a:t>hbo</a:t>
            </a:r>
            <a:r>
              <a:rPr lang="en-SG" dirty="0"/>
              <a:t>', 'S13_D9 </a:t>
            </a:r>
            <a:r>
              <a:rPr lang="en-SG" dirty="0" err="1"/>
              <a:t>hbr</a:t>
            </a:r>
            <a:r>
              <a:rPr lang="en-SG" dirty="0"/>
              <a:t>', 'S11_D10 </a:t>
            </a:r>
            <a:r>
              <a:rPr lang="en-SG" dirty="0" err="1"/>
              <a:t>hbo</a:t>
            </a:r>
            <a:r>
              <a:rPr lang="en-SG" dirty="0"/>
              <a:t>', 'S11_D10 </a:t>
            </a:r>
            <a:r>
              <a:rPr lang="en-SG" dirty="0" err="1"/>
              <a:t>hbr</a:t>
            </a:r>
            <a:r>
              <a:rPr lang="en-SG" dirty="0"/>
              <a:t>', 'S13_D10 </a:t>
            </a:r>
            <a:r>
              <a:rPr lang="en-SG" dirty="0" err="1"/>
              <a:t>hbo</a:t>
            </a:r>
            <a:r>
              <a:rPr lang="en-SG" dirty="0"/>
              <a:t>', 'S13_D10 </a:t>
            </a:r>
            <a:r>
              <a:rPr lang="en-SG" dirty="0" err="1"/>
              <a:t>hbr</a:t>
            </a:r>
            <a:r>
              <a:rPr lang="en-SG" dirty="0"/>
              <a:t>', 'S14_D10 </a:t>
            </a:r>
            <a:r>
              <a:rPr lang="en-SG" dirty="0" err="1"/>
              <a:t>hbo</a:t>
            </a:r>
            <a:r>
              <a:rPr lang="en-SG" dirty="0"/>
              <a:t>', 'S14_D10 </a:t>
            </a:r>
            <a:r>
              <a:rPr lang="en-SG" dirty="0" err="1"/>
              <a:t>hbr</a:t>
            </a:r>
            <a:r>
              <a:rPr lang="en-SG" dirty="0"/>
              <a:t>', 'S15_D11 </a:t>
            </a:r>
            <a:r>
              <a:rPr lang="en-SG" dirty="0" err="1"/>
              <a:t>hbo</a:t>
            </a:r>
            <a:r>
              <a:rPr lang="en-SG" dirty="0"/>
              <a:t>', 'S15_D11 </a:t>
            </a:r>
            <a:r>
              <a:rPr lang="en-SG" dirty="0" err="1"/>
              <a:t>hbr</a:t>
            </a:r>
            <a:r>
              <a:rPr lang="en-SG" dirty="0"/>
              <a:t>', 'S13_D11 </a:t>
            </a:r>
            <a:r>
              <a:rPr lang="en-SG" dirty="0" err="1"/>
              <a:t>hbo</a:t>
            </a:r>
            <a:r>
              <a:rPr lang="en-SG" dirty="0"/>
              <a:t>', 'S13_D11 </a:t>
            </a:r>
            <a:r>
              <a:rPr lang="en-SG" dirty="0" err="1"/>
              <a:t>hbr</a:t>
            </a:r>
            <a:r>
              <a:rPr lang="en-SG" dirty="0"/>
              <a:t>', 'S13_D12 </a:t>
            </a:r>
            <a:r>
              <a:rPr lang="en-SG" dirty="0" err="1"/>
              <a:t>hbo</a:t>
            </a:r>
            <a:r>
              <a:rPr lang="en-SG" dirty="0"/>
              <a:t>', 'S13_D12 </a:t>
            </a:r>
            <a:r>
              <a:rPr lang="en-SG" dirty="0" err="1"/>
              <a:t>hbr</a:t>
            </a:r>
            <a:r>
              <a:rPr lang="en-SG" dirty="0"/>
              <a:t>', 'S14_D12 </a:t>
            </a:r>
            <a:r>
              <a:rPr lang="en-SG" dirty="0" err="1"/>
              <a:t>hbo</a:t>
            </a:r>
            <a:r>
              <a:rPr lang="en-SG" dirty="0"/>
              <a:t>', 'S14_D12 </a:t>
            </a:r>
            <a:r>
              <a:rPr lang="en-SG" dirty="0" err="1"/>
              <a:t>hbr</a:t>
            </a:r>
            <a:r>
              <a:rPr lang="en-SG" dirty="0"/>
              <a:t>', 'S15_D12 </a:t>
            </a:r>
            <a:r>
              <a:rPr lang="en-SG" dirty="0" err="1"/>
              <a:t>hbo</a:t>
            </a:r>
            <a:r>
              <a:rPr lang="en-SG" dirty="0"/>
              <a:t>', 'S15_D12 </a:t>
            </a:r>
            <a:r>
              <a:rPr lang="en-SG" dirty="0" err="1"/>
              <a:t>hbr</a:t>
            </a:r>
            <a:r>
              <a:rPr lang="en-SG" dirty="0"/>
              <a:t>', 'S16_D13 </a:t>
            </a:r>
            <a:r>
              <a:rPr lang="en-SG" dirty="0" err="1"/>
              <a:t>hbo</a:t>
            </a:r>
            <a:r>
              <a:rPr lang="en-SG" dirty="0"/>
              <a:t>', 'S16_D13 </a:t>
            </a:r>
            <a:r>
              <a:rPr lang="en-SG" dirty="0" err="1"/>
              <a:t>hbr</a:t>
            </a:r>
            <a:r>
              <a:rPr lang="en-SG" dirty="0"/>
              <a:t>', 'S18_D13 </a:t>
            </a:r>
            <a:r>
              <a:rPr lang="en-SG" dirty="0" err="1"/>
              <a:t>hbo</a:t>
            </a:r>
            <a:r>
              <a:rPr lang="en-SG" dirty="0"/>
              <a:t>', 'S18_D13 </a:t>
            </a:r>
            <a:r>
              <a:rPr lang="en-SG" dirty="0" err="1"/>
              <a:t>hbr</a:t>
            </a:r>
            <a:r>
              <a:rPr lang="en-SG" dirty="0"/>
              <a:t>', 'S16_D14 </a:t>
            </a:r>
            <a:r>
              <a:rPr lang="en-SG" dirty="0" err="1"/>
              <a:t>hbo</a:t>
            </a:r>
            <a:r>
              <a:rPr lang="en-SG" dirty="0"/>
              <a:t>', 'S16_D14 </a:t>
            </a:r>
            <a:r>
              <a:rPr lang="en-SG" dirty="0" err="1"/>
              <a:t>hbr</a:t>
            </a:r>
            <a:r>
              <a:rPr lang="en-SG" dirty="0"/>
              <a:t>', 'S18_D14 </a:t>
            </a:r>
            <a:r>
              <a:rPr lang="en-SG" dirty="0" err="1"/>
              <a:t>hbo</a:t>
            </a:r>
            <a:r>
              <a:rPr lang="en-SG" dirty="0"/>
              <a:t>', 'S18_D14 </a:t>
            </a:r>
            <a:r>
              <a:rPr lang="en-SG" dirty="0" err="1"/>
              <a:t>hbr</a:t>
            </a:r>
            <a:r>
              <a:rPr lang="en-SG" dirty="0"/>
              <a:t>', 'S19_D14 </a:t>
            </a:r>
            <a:r>
              <a:rPr lang="en-SG" dirty="0" err="1"/>
              <a:t>hbo</a:t>
            </a:r>
            <a:r>
              <a:rPr lang="en-SG" dirty="0"/>
              <a:t>', 'S19_D14 </a:t>
            </a:r>
            <a:r>
              <a:rPr lang="en-SG" dirty="0" err="1"/>
              <a:t>hbr</a:t>
            </a:r>
            <a:r>
              <a:rPr lang="en-SG" dirty="0"/>
              <a:t>', 'S18_D15 </a:t>
            </a:r>
            <a:r>
              <a:rPr lang="en-SG" dirty="0" err="1"/>
              <a:t>hbo</a:t>
            </a:r>
            <a:r>
              <a:rPr lang="en-SG" dirty="0"/>
              <a:t>', 'S18_D15 </a:t>
            </a:r>
            <a:r>
              <a:rPr lang="en-SG" dirty="0" err="1"/>
              <a:t>hbr</a:t>
            </a:r>
            <a:r>
              <a:rPr lang="en-SG" dirty="0"/>
              <a:t>', 'S20_D15 </a:t>
            </a:r>
            <a:r>
              <a:rPr lang="en-SG" dirty="0" err="1"/>
              <a:t>hbo</a:t>
            </a:r>
            <a:r>
              <a:rPr lang="en-SG" dirty="0"/>
              <a:t>', 'S20_D15 </a:t>
            </a:r>
            <a:r>
              <a:rPr lang="en-SG" dirty="0" err="1"/>
              <a:t>hbr</a:t>
            </a:r>
            <a:r>
              <a:rPr lang="en-SG" dirty="0"/>
              <a:t>', 'S18_D16 </a:t>
            </a:r>
            <a:r>
              <a:rPr lang="en-SG" dirty="0" err="1"/>
              <a:t>hbo</a:t>
            </a:r>
            <a:r>
              <a:rPr lang="en-SG" dirty="0"/>
              <a:t>', 'S18_D16 </a:t>
            </a:r>
            <a:r>
              <a:rPr lang="en-SG" dirty="0" err="1"/>
              <a:t>hbr</a:t>
            </a:r>
            <a:r>
              <a:rPr lang="en-SG" dirty="0"/>
              <a:t>', 'S19_D16 </a:t>
            </a:r>
            <a:r>
              <a:rPr lang="en-SG" dirty="0" err="1"/>
              <a:t>hbo</a:t>
            </a:r>
            <a:r>
              <a:rPr lang="en-SG" dirty="0"/>
              <a:t>', 'S19_D16 </a:t>
            </a:r>
            <a:r>
              <a:rPr lang="en-SG" dirty="0" err="1"/>
              <a:t>hbr</a:t>
            </a:r>
            <a:r>
              <a:rPr lang="en-SG" dirty="0"/>
              <a:t>', 'S20_D16 </a:t>
            </a:r>
            <a:r>
              <a:rPr lang="en-SG" dirty="0" err="1"/>
              <a:t>hbo</a:t>
            </a:r>
            <a:r>
              <a:rPr lang="en-SG" dirty="0"/>
              <a:t>', 'S20_D16 </a:t>
            </a:r>
            <a:r>
              <a:rPr lang="en-SG" dirty="0" err="1"/>
              <a:t>hbr</a:t>
            </a:r>
            <a:r>
              <a:rPr lang="en-SG" dirty="0"/>
              <a:t>']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428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DD4FDE0-42FE-03CB-8345-99887BAD2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98" y="2251319"/>
            <a:ext cx="3646009" cy="292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FB17C7B-E454-2D73-45E0-EBFC0BB7F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673" y="1262918"/>
            <a:ext cx="8108495" cy="490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B96F1-6CF9-1075-83F0-EA962EB6A890}"/>
              </a:ext>
            </a:extLst>
          </p:cNvPr>
          <p:cNvSpPr txBox="1"/>
          <p:nvPr/>
        </p:nvSpPr>
        <p:spPr>
          <a:xfrm>
            <a:off x="127174" y="1453629"/>
            <a:ext cx="4278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Events for concatenated runs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C0C36-2F74-C74B-911D-7EAD51651FCC}"/>
              </a:ext>
            </a:extLst>
          </p:cNvPr>
          <p:cNvSpPr txBox="1"/>
          <p:nvPr/>
        </p:nvSpPr>
        <p:spPr>
          <a:xfrm>
            <a:off x="7148113" y="597877"/>
            <a:ext cx="2756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Design matrix</a:t>
            </a:r>
          </a:p>
        </p:txBody>
      </p:sp>
    </p:spTree>
    <p:extLst>
      <p:ext uri="{BB962C8B-B14F-4D97-AF65-F5344CB8AC3E}">
        <p14:creationId xmlns:p14="http://schemas.microsoft.com/office/powerpoint/2010/main" val="463942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CD7A-29B7-53A3-E03E-0FB578DB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channel (based on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A822-25EF-12E1-3829-31C022AE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SG" b="1" dirty="0"/>
              <a:t>Strongest task effect</a:t>
            </a:r>
            <a:r>
              <a:rPr lang="en-SG" dirty="0"/>
              <a:t> → biggest |t| (most common)</a:t>
            </a:r>
          </a:p>
          <a:p>
            <a:pPr marL="0" indent="0" latinLnBrk="1">
              <a:buNone/>
            </a:pPr>
            <a:r>
              <a:rPr lang="en-SG" dirty="0"/>
              <a:t>Best (</a:t>
            </a:r>
            <a:r>
              <a:rPr lang="en-SG" dirty="0" err="1"/>
              <a:t>abs_t</a:t>
            </a:r>
            <a:r>
              <a:rPr lang="en-SG" dirty="0"/>
              <a:t>): </a:t>
            </a:r>
          </a:p>
          <a:p>
            <a:pPr marL="0" indent="0" latinLnBrk="1">
              <a:buNone/>
            </a:pPr>
            <a:r>
              <a:rPr lang="en-SG" dirty="0"/>
              <a:t>S18_D15 </a:t>
            </a:r>
            <a:r>
              <a:rPr lang="en-SG" dirty="0" err="1"/>
              <a:t>hbo</a:t>
            </a:r>
            <a:r>
              <a:rPr lang="en-SG" dirty="0"/>
              <a:t> </a:t>
            </a:r>
          </a:p>
          <a:p>
            <a:pPr marL="0" indent="0" latinLnBrk="1">
              <a:buNone/>
            </a:pPr>
            <a:r>
              <a:rPr lang="en-SG" dirty="0"/>
              <a:t>{'theta': 6.304180487841417e-05, 't': 15.235009486741607, '</a:t>
            </a:r>
            <a:r>
              <a:rPr lang="en-SG" dirty="0" err="1"/>
              <a:t>p_value</a:t>
            </a:r>
            <a:r>
              <a:rPr lang="en-SG" dirty="0"/>
              <a:t>': 7.735254367161266e-14}</a:t>
            </a:r>
          </a:p>
          <a:p>
            <a:pPr marL="0" indent="0" latinLnBrk="1">
              <a:buNone/>
            </a:pPr>
            <a:endParaRPr lang="en-SG" dirty="0"/>
          </a:p>
          <a:p>
            <a:r>
              <a:rPr lang="en-SG" b="1" dirty="0"/>
              <a:t>Most significant</a:t>
            </a:r>
            <a:r>
              <a:rPr lang="en-SG" dirty="0"/>
              <a:t> → smallest </a:t>
            </a:r>
            <a:r>
              <a:rPr lang="en-SG" dirty="0" err="1"/>
              <a:t>p_value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Best (</a:t>
            </a:r>
            <a:r>
              <a:rPr lang="en-SG" dirty="0" err="1"/>
              <a:t>min_p</a:t>
            </a:r>
            <a:r>
              <a:rPr lang="en-SG" dirty="0"/>
              <a:t>): </a:t>
            </a:r>
          </a:p>
          <a:p>
            <a:pPr marL="0" indent="0">
              <a:buNone/>
            </a:pPr>
            <a:r>
              <a:rPr lang="en-SG" dirty="0"/>
              <a:t>S18_D15 </a:t>
            </a:r>
            <a:r>
              <a:rPr lang="en-SG" dirty="0" err="1"/>
              <a:t>hbo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{'theta': 6.304180487841417e-05, 't': 15.235009486741607, '</a:t>
            </a:r>
            <a:r>
              <a:rPr lang="en-SG" dirty="0" err="1"/>
              <a:t>p_value</a:t>
            </a:r>
            <a:r>
              <a:rPr lang="en-SG" dirty="0"/>
              <a:t>': 7.735254367161266e-14}</a:t>
            </a:r>
          </a:p>
          <a:p>
            <a:endParaRPr lang="en-SG" dirty="0"/>
          </a:p>
          <a:p>
            <a:r>
              <a:rPr lang="en-SG" b="1" dirty="0"/>
              <a:t>Largest effect size</a:t>
            </a:r>
            <a:r>
              <a:rPr lang="en-SG" dirty="0"/>
              <a:t> → biggest |theta|</a:t>
            </a:r>
          </a:p>
          <a:p>
            <a:pPr marL="0" indent="0">
              <a:buNone/>
            </a:pPr>
            <a:r>
              <a:rPr lang="en-SG" dirty="0"/>
              <a:t>Best (</a:t>
            </a:r>
            <a:r>
              <a:rPr lang="en-SG" dirty="0" err="1"/>
              <a:t>abs_theta</a:t>
            </a:r>
            <a:r>
              <a:rPr lang="en-SG" dirty="0"/>
              <a:t>): </a:t>
            </a:r>
          </a:p>
          <a:p>
            <a:pPr marL="0" indent="0">
              <a:buNone/>
            </a:pPr>
            <a:r>
              <a:rPr lang="en-SG" dirty="0"/>
              <a:t>S10_D8 </a:t>
            </a:r>
            <a:r>
              <a:rPr lang="en-SG" dirty="0" err="1"/>
              <a:t>hbo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{'theta': 0.00012926978437222337, 't': 11.92319800911666, '</a:t>
            </a:r>
            <a:r>
              <a:rPr lang="en-SG" dirty="0" err="1"/>
              <a:t>p_value</a:t>
            </a:r>
            <a:r>
              <a:rPr lang="en-SG" dirty="0"/>
              <a:t>': 1.427383209402533e-11}</a:t>
            </a:r>
          </a:p>
          <a:p>
            <a:endParaRPr lang="en-SG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7993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18ED-9946-5822-2B85-73197A83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Hemodynamic response for different triggers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AF2C6B-9598-3F52-5990-810C6B8FA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47" y="1555717"/>
            <a:ext cx="8957415" cy="493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9766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37F22E1-A681-1FD0-B1A4-952F80E4B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009" y="880210"/>
            <a:ext cx="8675981" cy="478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0208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8EA0-CB5E-6B63-046E-527E756A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 </a:t>
            </a:r>
            <a:r>
              <a:rPr lang="en-US" i="1" dirty="0" err="1"/>
              <a:t>arith</a:t>
            </a:r>
            <a:r>
              <a:rPr lang="en-US" dirty="0"/>
              <a:t> and </a:t>
            </a:r>
            <a:r>
              <a:rPr lang="en-US" i="1" dirty="0"/>
              <a:t>arith1</a:t>
            </a:r>
            <a:r>
              <a:rPr lang="en-US" dirty="0"/>
              <a:t> as the same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5479-D8F3-97B4-4C99-25091CFC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raw_hb.annotations.rename</a:t>
            </a:r>
            <a:r>
              <a:rPr lang="en-US" dirty="0"/>
              <a:t>({"arith1": "</a:t>
            </a:r>
            <a:r>
              <a:rPr lang="en-US" dirty="0" err="1"/>
              <a:t>arith</a:t>
            </a:r>
            <a:r>
              <a:rPr lang="en-US" dirty="0"/>
              <a:t>"})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16F6ED-253A-E693-4AC2-13491790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038" y="2345830"/>
            <a:ext cx="7523924" cy="414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2675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892F-A70E-7B12-307C-46D28FE5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hrf_model</a:t>
            </a:r>
            <a:r>
              <a:rPr lang="en-US" dirty="0"/>
              <a:t> used for the </a:t>
            </a:r>
            <a:r>
              <a:rPr lang="en-US" dirty="0" err="1"/>
              <a:t>glm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7A3E4-B24E-A4FC-4844-5166B3738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b="1" dirty="0" err="1"/>
              <a:t>hrf_model</a:t>
            </a:r>
            <a:r>
              <a:rPr lang="en-SG" b="1" dirty="0"/>
              <a:t> used - {‘</a:t>
            </a:r>
            <a:r>
              <a:rPr lang="en-SG" b="1" dirty="0" err="1"/>
              <a:t>spm</a:t>
            </a:r>
            <a:r>
              <a:rPr lang="en-SG" b="1" dirty="0"/>
              <a:t> + derivative’}</a:t>
            </a:r>
          </a:p>
          <a:p>
            <a:r>
              <a:rPr lang="en-SG" b="1" dirty="0"/>
              <a:t>Out csv from </a:t>
            </a:r>
            <a:r>
              <a:rPr lang="en-SG" b="1" dirty="0" err="1"/>
              <a:t>mne</a:t>
            </a:r>
            <a:r>
              <a:rPr lang="en-SG" b="1" dirty="0"/>
              <a:t> – </a:t>
            </a:r>
          </a:p>
          <a:p>
            <a:pPr marL="0" indent="0">
              <a:buNone/>
            </a:pPr>
            <a:r>
              <a:rPr lang="en-SG" b="1" dirty="0"/>
              <a:t>{44 long channels x 2 (</a:t>
            </a:r>
            <a:r>
              <a:rPr lang="en-SG" b="1" i="1" dirty="0" err="1"/>
              <a:t>hbo</a:t>
            </a:r>
            <a:r>
              <a:rPr lang="en-SG" b="1" i="1" dirty="0"/>
              <a:t>/</a:t>
            </a:r>
            <a:r>
              <a:rPr lang="en-SG" b="1" i="1" dirty="0" err="1"/>
              <a:t>hbr</a:t>
            </a:r>
            <a:r>
              <a:rPr lang="en-SG" b="1" dirty="0"/>
              <a:t>) x 24 regressors} </a:t>
            </a:r>
          </a:p>
          <a:p>
            <a:pPr marL="0" indent="0">
              <a:buNone/>
            </a:pPr>
            <a:r>
              <a:rPr lang="en-SG" b="1" dirty="0"/>
              <a:t>x 12 columns (generated metrics for each regressor)</a:t>
            </a:r>
          </a:p>
          <a:p>
            <a:pPr marL="0" indent="0">
              <a:buNone/>
            </a:pPr>
            <a:endParaRPr lang="en-SG" b="1" dirty="0"/>
          </a:p>
          <a:p>
            <a:pPr marL="0" indent="0">
              <a:buNone/>
            </a:pPr>
            <a:r>
              <a:rPr lang="en-SG" b="1" dirty="0"/>
              <a:t>Csv – 2112 rows x 12 columns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87811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7E42-E939-0E46-AD34-6EBFBF5E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theta (MOST IMPORTANT)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D7AE-5396-E1EF-A61B-8E286B534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This is the </a:t>
            </a:r>
            <a:r>
              <a:rPr lang="en-SG" b="1" dirty="0"/>
              <a:t>beta coefficient</a:t>
            </a:r>
            <a:r>
              <a:rPr lang="en-SG" dirty="0"/>
              <a:t>.</a:t>
            </a:r>
          </a:p>
          <a:p>
            <a:r>
              <a:rPr lang="en-SG" dirty="0"/>
              <a:t>Plain meaning: “How big is the effect of this condition on this channel?”</a:t>
            </a:r>
          </a:p>
          <a:p>
            <a:r>
              <a:rPr lang="en-SG" dirty="0"/>
              <a:t>Positive → signal goes up</a:t>
            </a:r>
          </a:p>
          <a:p>
            <a:r>
              <a:rPr lang="en-SG" dirty="0"/>
              <a:t>Negative → signal goes down</a:t>
            </a:r>
          </a:p>
          <a:p>
            <a:r>
              <a:rPr lang="en-SG" dirty="0"/>
              <a:t>Near zero → no effect</a:t>
            </a:r>
          </a:p>
        </p:txBody>
      </p:sp>
    </p:spTree>
    <p:extLst>
      <p:ext uri="{BB962C8B-B14F-4D97-AF65-F5344CB8AC3E}">
        <p14:creationId xmlns:p14="http://schemas.microsoft.com/office/powerpoint/2010/main" val="36802547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2542-4EA2-70A8-AD6C-E56C9406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0A28-24EA-CC8D-ED14-D2667E4E3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Uncertainty in theta.</a:t>
            </a:r>
          </a:p>
          <a:p>
            <a:r>
              <a:rPr lang="en-SG" dirty="0"/>
              <a:t>small se → confident estimate</a:t>
            </a:r>
          </a:p>
          <a:p>
            <a:r>
              <a:rPr lang="en-SG" dirty="0"/>
              <a:t>large se → noisy estimate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0830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4AC4-4414-AD4F-5947-6D197F7E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D3B90-1C90-6C5C-5521-237BCF3B0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Signal-to-noise ratio.</a:t>
            </a:r>
          </a:p>
          <a:p>
            <a:r>
              <a:rPr lang="en-SG" dirty="0"/>
              <a:t>Rule of thumb:</a:t>
            </a:r>
          </a:p>
          <a:p>
            <a:r>
              <a:rPr lang="en-SG" dirty="0"/>
              <a:t>|t| &gt; 2 → likely meaningful</a:t>
            </a:r>
          </a:p>
          <a:p>
            <a:r>
              <a:rPr lang="en-SG" dirty="0"/>
              <a:t>|t| &lt; 2 → probably noise</a:t>
            </a:r>
            <a:br>
              <a:rPr lang="en-SG" dirty="0"/>
            </a:br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3427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EE8-98B7-E358-3812-BE28723D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 err="1"/>
              <a:t>p_value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E3F1-9BAC-DB47-F204-403E43E53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Probability this effect is just chance.</a:t>
            </a:r>
          </a:p>
          <a:p>
            <a:r>
              <a:rPr lang="en-SG" dirty="0"/>
              <a:t>Common rule:</a:t>
            </a:r>
          </a:p>
          <a:p>
            <a:r>
              <a:rPr lang="en-SG" dirty="0"/>
              <a:t>p &lt; 0.05 → statistically significant</a:t>
            </a:r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br>
              <a:rPr lang="en-SG" dirty="0"/>
            </a:br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4544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F64D-3606-92A6-C231-80032140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 err="1"/>
              <a:t>df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CD49-159B-6520-44F8-B144CE9AC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Degrees of freedom.</a:t>
            </a:r>
          </a:p>
          <a:p>
            <a:r>
              <a:rPr lang="en-SG" dirty="0"/>
              <a:t>This comes from:</a:t>
            </a:r>
          </a:p>
          <a:p>
            <a:r>
              <a:rPr lang="en-SG" dirty="0"/>
              <a:t>#timepoints − #regressors</a:t>
            </a:r>
          </a:p>
          <a:p>
            <a:r>
              <a:rPr lang="en-SG" dirty="0"/>
              <a:t>Same across conditions for a given channel.</a:t>
            </a:r>
            <a:br>
              <a:rPr lang="en-SG" dirty="0"/>
            </a:br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09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859D-A960-89D3-F401-18F8E6026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 err="1"/>
              <a:t>mse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BD30C-3B23-E1F1-E3FB-5445498E3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Noise level left after fitting the model.</a:t>
            </a:r>
          </a:p>
          <a:p>
            <a:r>
              <a:rPr lang="en-SG" dirty="0"/>
              <a:t>Lower = better fit.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89954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B958-7A21-09A4-29AF-C4307D0D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GLM code using MNE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33A8-D158-BAFB-685C-AB1E4824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ShortHbO</a:t>
            </a:r>
            <a:r>
              <a:rPr lang="en-US" dirty="0"/>
              <a:t> = mean(all short </a:t>
            </a:r>
            <a:r>
              <a:rPr lang="en-US" dirty="0" err="1"/>
              <a:t>HbO</a:t>
            </a:r>
            <a:r>
              <a:rPr lang="en-US" dirty="0"/>
              <a:t> channels at each time point)</a:t>
            </a:r>
          </a:p>
          <a:p>
            <a:r>
              <a:rPr lang="en-US" dirty="0" err="1"/>
              <a:t>ShortHbR</a:t>
            </a:r>
            <a:r>
              <a:rPr lang="en-US" dirty="0"/>
              <a:t> = mean(all short </a:t>
            </a:r>
            <a:r>
              <a:rPr lang="en-US" dirty="0" err="1"/>
              <a:t>HbR</a:t>
            </a:r>
            <a:r>
              <a:rPr lang="en-US" dirty="0"/>
              <a:t> channels at each time point)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improve results –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PCA short regressors (2–3 components)</a:t>
            </a:r>
            <a:r>
              <a:rPr lang="en-US" altLang="en-US" dirty="0">
                <a:latin typeface="Arial" panose="020B0604020202020204" pitchFamily="34" charset="0"/>
              </a:rPr>
              <a:t> for </a:t>
            </a:r>
            <a:r>
              <a:rPr lang="en-US" altLang="en-US" dirty="0" err="1">
                <a:latin typeface="Arial" panose="020B0604020202020204" pitchFamily="34" charset="0"/>
              </a:rPr>
              <a:t>HbO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dirty="0" err="1">
                <a:latin typeface="Arial" panose="020B0604020202020204" pitchFamily="34" charset="0"/>
              </a:rPr>
              <a:t>HbR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Nearest-short mapping</a:t>
            </a:r>
            <a:r>
              <a:rPr lang="en-US" altLang="en-US" dirty="0">
                <a:latin typeface="Arial" panose="020B0604020202020204" pitchFamily="34" charset="0"/>
              </a:rPr>
              <a:t> using channel locations (when your montage has positions)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45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91663</TotalTime>
  <Words>2531</Words>
  <Application>Microsoft Macintosh PowerPoint</Application>
  <PresentationFormat>Widescreen</PresentationFormat>
  <Paragraphs>282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 Unicode MS</vt:lpstr>
      <vt:lpstr>Aptos</vt:lpstr>
      <vt:lpstr>Aptos Display</vt:lpstr>
      <vt:lpstr>Arial</vt:lpstr>
      <vt:lpstr>Menlo</vt:lpstr>
      <vt:lpstr>Office Theme</vt:lpstr>
      <vt:lpstr>Brain Norm</vt:lpstr>
      <vt:lpstr>Week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2 &amp; 3</vt:lpstr>
      <vt:lpstr>Convert Homer3 preprocessed .snirf file to MNE compatible .snirf </vt:lpstr>
      <vt:lpstr>PowerPoint Presentation</vt:lpstr>
      <vt:lpstr>PowerPoint Presentation</vt:lpstr>
      <vt:lpstr>PowerPoint Presentation</vt:lpstr>
      <vt:lpstr>Generate a MNE compatible .snirf</vt:lpstr>
      <vt:lpstr>PowerPoint Presentation</vt:lpstr>
      <vt:lpstr>PowerPoint Presentation</vt:lpstr>
      <vt:lpstr>Week 4</vt:lpstr>
      <vt:lpstr>Validate file and check file loading in MNE</vt:lpstr>
      <vt:lpstr>Export the .snirf file without block_avg </vt:lpstr>
      <vt:lpstr>Run Homer3 without gui to avoid export bug</vt:lpstr>
      <vt:lpstr>PowerPoint Presentation</vt:lpstr>
      <vt:lpstr>Remove HbT channel (not recognized by MNE)</vt:lpstr>
      <vt:lpstr>PowerPoint Presentation</vt:lpstr>
      <vt:lpstr>Fix metadata – Error 1 </vt:lpstr>
      <vt:lpstr>Fix metadata - warnings</vt:lpstr>
      <vt:lpstr>PowerPoint Presentation</vt:lpstr>
      <vt:lpstr>Fix metadata – Error 2 </vt:lpstr>
      <vt:lpstr>PowerPoint Presentation</vt:lpstr>
      <vt:lpstr>PowerPoint Presentation</vt:lpstr>
      <vt:lpstr>Running GLM on MNE</vt:lpstr>
      <vt:lpstr>Subject – BNKG; Run 1</vt:lpstr>
      <vt:lpstr>PowerPoint Presentation</vt:lpstr>
      <vt:lpstr>Running GLM on Homer3</vt:lpstr>
      <vt:lpstr>PowerPoint Presentation</vt:lpstr>
      <vt:lpstr>Week 6 to 9</vt:lpstr>
      <vt:lpstr>MATLAB (Homer3) script</vt:lpstr>
      <vt:lpstr>Error 1</vt:lpstr>
      <vt:lpstr>mlActAuto = hmrR_PruneChannels(data, probe, mlActMan, tIncMan, dRange, SNRthresh, SDrange) </vt:lpstr>
      <vt:lpstr>PowerPoint Presentation</vt:lpstr>
      <vt:lpstr>PowerPoint Presentation</vt:lpstr>
      <vt:lpstr>PowerPoint Presentation</vt:lpstr>
      <vt:lpstr>In hmrS_GLM.m</vt:lpstr>
      <vt:lpstr>In hmrS_GLM.m</vt:lpstr>
      <vt:lpstr>Error 2</vt:lpstr>
      <vt:lpstr>PowerPoint Presentation</vt:lpstr>
      <vt:lpstr>PowerPoint Presentation</vt:lpstr>
      <vt:lpstr>PowerPoint Presentation</vt:lpstr>
      <vt:lpstr>Convolution</vt:lpstr>
      <vt:lpstr>Nuisance Terms</vt:lpstr>
      <vt:lpstr>PowerPoint Presentation</vt:lpstr>
      <vt:lpstr>PowerPoint Presentation</vt:lpstr>
      <vt:lpstr>Python (MNE/MNE-NIRS) script</vt:lpstr>
      <vt:lpstr>PowerPoint Presentation</vt:lpstr>
      <vt:lpstr>PowerPoint Presentation</vt:lpstr>
      <vt:lpstr>Events for runs</vt:lpstr>
      <vt:lpstr>Short and long channels (run 1)</vt:lpstr>
      <vt:lpstr>PowerPoint Presentation</vt:lpstr>
      <vt:lpstr>Best channel (based on metrics)</vt:lpstr>
      <vt:lpstr>Hemodynamic response for different triggers </vt:lpstr>
      <vt:lpstr>PowerPoint Presentation</vt:lpstr>
      <vt:lpstr>Treat arith and arith1 as the same trigger</vt:lpstr>
      <vt:lpstr>hrf_model used for the glm</vt:lpstr>
      <vt:lpstr>theta (MOST IMPORTANT)</vt:lpstr>
      <vt:lpstr>se</vt:lpstr>
      <vt:lpstr>t</vt:lpstr>
      <vt:lpstr>p_value</vt:lpstr>
      <vt:lpstr>df</vt:lpstr>
      <vt:lpstr>mse</vt:lpstr>
      <vt:lpstr>Current GLM code using MNE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#NALGE DIVIJ RAMESH#</dc:creator>
  <cp:lastModifiedBy>#NALGE DIVIJ RAMESH#</cp:lastModifiedBy>
  <cp:revision>2</cp:revision>
  <dcterms:created xsi:type="dcterms:W3CDTF">2025-11-11T05:57:18Z</dcterms:created>
  <dcterms:modified xsi:type="dcterms:W3CDTF">2026-01-28T10:00:18Z</dcterms:modified>
</cp:coreProperties>
</file>